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Lst>
  <p:sldSz cy="6858000" cx="12192000"/>
  <p:notesSz cx="6858000" cy="9144000"/>
  <p:embeddedFontLst>
    <p:embeddedFont>
      <p:font typeface="EB Garamond"/>
      <p:regular r:id="rId12"/>
      <p:bold r:id="rId13"/>
      <p:italic r:id="rId14"/>
      <p:boldItalic r:id="rId15"/>
    </p:embeddedFont>
    <p:embeddedFont>
      <p:font typeface="Century Gothic"/>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iUjXozyetuwnFrhoYLMNUqMk86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EBGaramond-bold.fntdata"/><Relationship Id="rId12" Type="http://schemas.openxmlformats.org/officeDocument/2006/relationships/font" Target="fonts/EBGaramond-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EBGaramond-boldItalic.fntdata"/><Relationship Id="rId14" Type="http://schemas.openxmlformats.org/officeDocument/2006/relationships/font" Target="fonts/EBGaramond-italic.fntdata"/><Relationship Id="rId17" Type="http://schemas.openxmlformats.org/officeDocument/2006/relationships/font" Target="fonts/CenturyGothic-bold.fntdata"/><Relationship Id="rId16" Type="http://schemas.openxmlformats.org/officeDocument/2006/relationships/font" Target="fonts/CenturyGothic-regular.fntdata"/><Relationship Id="rId5" Type="http://schemas.openxmlformats.org/officeDocument/2006/relationships/slide" Target="slides/slide1.xml"/><Relationship Id="rId19" Type="http://schemas.openxmlformats.org/officeDocument/2006/relationships/font" Target="fonts/CenturyGothic-boldItalic.fntdata"/><Relationship Id="rId6" Type="http://schemas.openxmlformats.org/officeDocument/2006/relationships/slide" Target="slides/slide2.xml"/><Relationship Id="rId18" Type="http://schemas.openxmlformats.org/officeDocument/2006/relationships/font" Target="fonts/CenturyGothic-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2" name="Shape 42"/>
        <p:cNvGrpSpPr/>
        <p:nvPr/>
      </p:nvGrpSpPr>
      <p:grpSpPr>
        <a:xfrm>
          <a:off x="0" y="0"/>
          <a:ext cx="0" cy="0"/>
          <a:chOff x="0" y="0"/>
          <a:chExt cx="0" cy="0"/>
        </a:xfrm>
      </p:grpSpPr>
      <p:sp>
        <p:nvSpPr>
          <p:cNvPr id="43" name="Google Shape;43;p9"/>
          <p:cNvSpPr txBox="1"/>
          <p:nvPr>
            <p:ph type="ctrTitle"/>
          </p:nvPr>
        </p:nvSpPr>
        <p:spPr>
          <a:xfrm>
            <a:off x="2589213" y="2514600"/>
            <a:ext cx="8915399" cy="22627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9"/>
          <p:cNvSpPr txBox="1"/>
          <p:nvPr>
            <p:ph idx="1" type="subTitle"/>
          </p:nvPr>
        </p:nvSpPr>
        <p:spPr>
          <a:xfrm>
            <a:off x="2589213" y="4777379"/>
            <a:ext cx="8915399" cy="1126283"/>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800"/>
              <a:buNone/>
              <a:defRPr>
                <a:solidFill>
                  <a:srgbClr val="595959"/>
                </a:solidFill>
              </a:defRPr>
            </a:lvl1pPr>
            <a:lvl2pPr lvl="1" algn="ctr">
              <a:spcBef>
                <a:spcPts val="1000"/>
              </a:spcBef>
              <a:spcAft>
                <a:spcPts val="0"/>
              </a:spcAft>
              <a:buSzPts val="1600"/>
              <a:buNone/>
              <a:defRPr>
                <a:solidFill>
                  <a:srgbClr val="888888"/>
                </a:solidFill>
              </a:defRPr>
            </a:lvl2pPr>
            <a:lvl3pPr lvl="2" algn="ctr">
              <a:spcBef>
                <a:spcPts val="1000"/>
              </a:spcBef>
              <a:spcAft>
                <a:spcPts val="0"/>
              </a:spcAft>
              <a:buSzPts val="1400"/>
              <a:buNone/>
              <a:defRPr>
                <a:solidFill>
                  <a:srgbClr val="888888"/>
                </a:solidFill>
              </a:defRPr>
            </a:lvl3pPr>
            <a:lvl4pPr lvl="3" algn="ctr">
              <a:spcBef>
                <a:spcPts val="1000"/>
              </a:spcBef>
              <a:spcAft>
                <a:spcPts val="0"/>
              </a:spcAft>
              <a:buSzPts val="1200"/>
              <a:buNone/>
              <a:defRPr>
                <a:solidFill>
                  <a:srgbClr val="888888"/>
                </a:solidFill>
              </a:defRPr>
            </a:lvl4pPr>
            <a:lvl5pPr lvl="4" algn="ctr">
              <a:spcBef>
                <a:spcPts val="1000"/>
              </a:spcBef>
              <a:spcAft>
                <a:spcPts val="0"/>
              </a:spcAft>
              <a:buSzPts val="1200"/>
              <a:buNone/>
              <a:defRPr>
                <a:solidFill>
                  <a:srgbClr val="888888"/>
                </a:solidFill>
              </a:defRPr>
            </a:lvl5pPr>
            <a:lvl6pPr lvl="5" algn="ctr">
              <a:spcBef>
                <a:spcPts val="1000"/>
              </a:spcBef>
              <a:spcAft>
                <a:spcPts val="0"/>
              </a:spcAft>
              <a:buSzPts val="1200"/>
              <a:buNone/>
              <a:defRPr>
                <a:solidFill>
                  <a:srgbClr val="888888"/>
                </a:solidFill>
              </a:defRPr>
            </a:lvl6pPr>
            <a:lvl7pPr lvl="6" algn="ctr">
              <a:spcBef>
                <a:spcPts val="1000"/>
              </a:spcBef>
              <a:spcAft>
                <a:spcPts val="0"/>
              </a:spcAft>
              <a:buSzPts val="1200"/>
              <a:buNone/>
              <a:defRPr>
                <a:solidFill>
                  <a:srgbClr val="888888"/>
                </a:solidFill>
              </a:defRPr>
            </a:lvl7pPr>
            <a:lvl8pPr lvl="7" algn="ctr">
              <a:spcBef>
                <a:spcPts val="1000"/>
              </a:spcBef>
              <a:spcAft>
                <a:spcPts val="0"/>
              </a:spcAft>
              <a:buSzPts val="1200"/>
              <a:buNone/>
              <a:defRPr>
                <a:solidFill>
                  <a:srgbClr val="888888"/>
                </a:solidFill>
              </a:defRPr>
            </a:lvl8pPr>
            <a:lvl9pPr lvl="8" algn="ctr">
              <a:spcBef>
                <a:spcPts val="1000"/>
              </a:spcBef>
              <a:spcAft>
                <a:spcPts val="0"/>
              </a:spcAft>
              <a:buSzPts val="1200"/>
              <a:buNone/>
              <a:defRPr>
                <a:solidFill>
                  <a:srgbClr val="888888"/>
                </a:solidFill>
              </a:defRPr>
            </a:lvl9pPr>
          </a:lstStyle>
          <a:p/>
        </p:txBody>
      </p:sp>
      <p:sp>
        <p:nvSpPr>
          <p:cNvPr id="45" name="Google Shape;45;p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9"/>
          <p:cNvSpPr/>
          <p:nvPr/>
        </p:nvSpPr>
        <p:spPr>
          <a:xfrm>
            <a:off x="0" y="4323810"/>
            <a:ext cx="1744652" cy="778589"/>
          </a:xfrm>
          <a:custGeom>
            <a:rect b="b" l="l" r="r" t="t"/>
            <a:pathLst>
              <a:path extrusionOk="0" h="166" w="372">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idx="12" type="sldNum"/>
          </p:nvPr>
        </p:nvSpPr>
        <p:spPr>
          <a:xfrm>
            <a:off x="531812" y="4529540"/>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9" name="Shape 49"/>
        <p:cNvGrpSpPr/>
        <p:nvPr/>
      </p:nvGrpSpPr>
      <p:grpSpPr>
        <a:xfrm>
          <a:off x="0" y="0"/>
          <a:ext cx="0" cy="0"/>
          <a:chOff x="0" y="0"/>
          <a:chExt cx="0" cy="0"/>
        </a:xfrm>
      </p:grpSpPr>
      <p:sp>
        <p:nvSpPr>
          <p:cNvPr id="50" name="Google Shape;50;p10"/>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spcBef>
                <a:spcPts val="0"/>
              </a:spcBef>
              <a:spcAft>
                <a:spcPts val="0"/>
              </a:spcAft>
              <a:buClr>
                <a:srgbClr val="262626"/>
              </a:buClr>
              <a:buSzPts val="2800"/>
              <a:buFont typeface="Century Gothic"/>
              <a:buNone/>
              <a:defRPr/>
            </a:lvl1pPr>
            <a:lvl2pPr lvl="1" algn="l">
              <a:spcBef>
                <a:spcPts val="0"/>
              </a:spcBef>
              <a:spcAft>
                <a:spcPts val="0"/>
              </a:spcAft>
              <a:buClr>
                <a:schemeClr val="dk2"/>
              </a:buClr>
              <a:buSzPts val="2800"/>
              <a:buNone/>
              <a:defRPr/>
            </a:lvl2pPr>
            <a:lvl3pPr lvl="2" algn="l">
              <a:spcBef>
                <a:spcPts val="0"/>
              </a:spcBef>
              <a:spcAft>
                <a:spcPts val="0"/>
              </a:spcAft>
              <a:buClr>
                <a:schemeClr val="dk2"/>
              </a:buClr>
              <a:buSzPts val="2800"/>
              <a:buNone/>
              <a:defRPr/>
            </a:lvl3pPr>
            <a:lvl4pPr lvl="3" algn="l">
              <a:spcBef>
                <a:spcPts val="0"/>
              </a:spcBef>
              <a:spcAft>
                <a:spcPts val="0"/>
              </a:spcAft>
              <a:buClr>
                <a:schemeClr val="dk2"/>
              </a:buClr>
              <a:buSzPts val="2800"/>
              <a:buNone/>
              <a:defRPr/>
            </a:lvl4pPr>
            <a:lvl5pPr lvl="4" algn="l">
              <a:spcBef>
                <a:spcPts val="0"/>
              </a:spcBef>
              <a:spcAft>
                <a:spcPts val="0"/>
              </a:spcAft>
              <a:buClr>
                <a:schemeClr val="dk2"/>
              </a:buClr>
              <a:buSzPts val="2800"/>
              <a:buNone/>
              <a:defRPr/>
            </a:lvl5pPr>
            <a:lvl6pPr lvl="5" algn="l">
              <a:spcBef>
                <a:spcPts val="0"/>
              </a:spcBef>
              <a:spcAft>
                <a:spcPts val="0"/>
              </a:spcAft>
              <a:buClr>
                <a:schemeClr val="dk2"/>
              </a:buClr>
              <a:buSzPts val="2800"/>
              <a:buNone/>
              <a:defRPr/>
            </a:lvl6pPr>
            <a:lvl7pPr lvl="6" algn="l">
              <a:spcBef>
                <a:spcPts val="0"/>
              </a:spcBef>
              <a:spcAft>
                <a:spcPts val="0"/>
              </a:spcAft>
              <a:buClr>
                <a:schemeClr val="dk2"/>
              </a:buClr>
              <a:buSzPts val="2800"/>
              <a:buNone/>
              <a:defRPr/>
            </a:lvl7pPr>
            <a:lvl8pPr lvl="7" algn="l">
              <a:spcBef>
                <a:spcPts val="0"/>
              </a:spcBef>
              <a:spcAft>
                <a:spcPts val="0"/>
              </a:spcAft>
              <a:buClr>
                <a:schemeClr val="dk2"/>
              </a:buClr>
              <a:buSzPts val="2800"/>
              <a:buNone/>
              <a:defRPr/>
            </a:lvl8pPr>
            <a:lvl9pPr lvl="8" algn="l">
              <a:spcBef>
                <a:spcPts val="0"/>
              </a:spcBef>
              <a:spcAft>
                <a:spcPts val="0"/>
              </a:spcAft>
              <a:buClr>
                <a:schemeClr val="dk2"/>
              </a:buClr>
              <a:buSzPts val="2800"/>
              <a:buNone/>
              <a:defRPr/>
            </a:lvl9pPr>
          </a:lstStyle>
          <a:p/>
        </p:txBody>
      </p:sp>
      <p:sp>
        <p:nvSpPr>
          <p:cNvPr id="51" name="Google Shape;51;p10"/>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spcBef>
                <a:spcPts val="0"/>
              </a:spcBef>
              <a:spcAft>
                <a:spcPts val="0"/>
              </a:spcAft>
              <a:buSzPts val="1800"/>
              <a:buChar char="●"/>
              <a:defRPr/>
            </a:lvl1pPr>
            <a:lvl2pPr indent="-317500" lvl="1" marL="914400" algn="l">
              <a:spcBef>
                <a:spcPts val="0"/>
              </a:spcBef>
              <a:spcAft>
                <a:spcPts val="0"/>
              </a:spcAft>
              <a:buSzPts val="1400"/>
              <a:buChar char="○"/>
              <a:defRPr/>
            </a:lvl2pPr>
            <a:lvl3pPr indent="-317500" lvl="2" marL="1371600" algn="l">
              <a:spcBef>
                <a:spcPts val="0"/>
              </a:spcBef>
              <a:spcAft>
                <a:spcPts val="0"/>
              </a:spcAft>
              <a:buSzPts val="1400"/>
              <a:buChar char="■"/>
              <a:defRPr/>
            </a:lvl3pPr>
            <a:lvl4pPr indent="-317500" lvl="3" marL="1828800" algn="l">
              <a:spcBef>
                <a:spcPts val="0"/>
              </a:spcBef>
              <a:spcAft>
                <a:spcPts val="0"/>
              </a:spcAft>
              <a:buSzPts val="1400"/>
              <a:buChar char="●"/>
              <a:defRPr/>
            </a:lvl4pPr>
            <a:lvl5pPr indent="-317500" lvl="4" marL="2286000" algn="l">
              <a:spcBef>
                <a:spcPts val="0"/>
              </a:spcBef>
              <a:spcAft>
                <a:spcPts val="0"/>
              </a:spcAft>
              <a:buSzPts val="1400"/>
              <a:buChar char="○"/>
              <a:defRPr/>
            </a:lvl5pPr>
            <a:lvl6pPr indent="-317500" lvl="5" marL="2743200" algn="l">
              <a:spcBef>
                <a:spcPts val="0"/>
              </a:spcBef>
              <a:spcAft>
                <a:spcPts val="0"/>
              </a:spcAft>
              <a:buSzPts val="1400"/>
              <a:buChar char="■"/>
              <a:defRPr/>
            </a:lvl6pPr>
            <a:lvl7pPr indent="-317500" lvl="6" marL="3200400" algn="l">
              <a:spcBef>
                <a:spcPts val="0"/>
              </a:spcBef>
              <a:spcAft>
                <a:spcPts val="0"/>
              </a:spcAft>
              <a:buSzPts val="1400"/>
              <a:buChar char="●"/>
              <a:defRPr/>
            </a:lvl7pPr>
            <a:lvl8pPr indent="-317500" lvl="7" marL="3657600" algn="l">
              <a:spcBef>
                <a:spcPts val="0"/>
              </a:spcBef>
              <a:spcAft>
                <a:spcPts val="0"/>
              </a:spcAft>
              <a:buSzPts val="1400"/>
              <a:buChar char="○"/>
              <a:defRPr/>
            </a:lvl8pPr>
            <a:lvl9pPr indent="-317500" lvl="8" marL="4114800" algn="l">
              <a:spcBef>
                <a:spcPts val="0"/>
              </a:spcBef>
              <a:spcAft>
                <a:spcPts val="0"/>
              </a:spcAft>
              <a:buSzPts val="1400"/>
              <a:buChar char="■"/>
              <a:defRPr/>
            </a:lvl9pPr>
          </a:lstStyle>
          <a:p/>
        </p:txBody>
      </p:sp>
      <p:sp>
        <p:nvSpPr>
          <p:cNvPr id="52" name="Google Shape;52;p10"/>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rgbClr val="FEFFFF"/>
              </a:buClr>
              <a:buSzPts val="2000"/>
              <a:buFont typeface="Century Gothic"/>
              <a:buNone/>
              <a:defRPr sz="2000">
                <a:solidFill>
                  <a:srgbClr val="FEFFFF"/>
                </a:solidFill>
                <a:latin typeface="Century Gothic"/>
                <a:ea typeface="Century Gothic"/>
                <a:cs typeface="Century Gothic"/>
                <a:sym typeface="Century Gothic"/>
              </a:defRPr>
            </a:lvl1pPr>
            <a:lvl2pPr indent="0" lvl="1" marL="0" algn="r">
              <a:buClr>
                <a:srgbClr val="FEFFFF"/>
              </a:buClr>
              <a:buSzPts val="2000"/>
              <a:buFont typeface="Century Gothic"/>
              <a:buNone/>
              <a:defRPr sz="2000">
                <a:solidFill>
                  <a:srgbClr val="FEFFFF"/>
                </a:solidFill>
                <a:latin typeface="Century Gothic"/>
                <a:ea typeface="Century Gothic"/>
                <a:cs typeface="Century Gothic"/>
                <a:sym typeface="Century Gothic"/>
              </a:defRPr>
            </a:lvl2pPr>
            <a:lvl3pPr indent="0" lvl="2" marL="0" algn="r">
              <a:buClr>
                <a:srgbClr val="FEFFFF"/>
              </a:buClr>
              <a:buSzPts val="2000"/>
              <a:buFont typeface="Century Gothic"/>
              <a:buNone/>
              <a:defRPr sz="2000">
                <a:solidFill>
                  <a:srgbClr val="FEFFFF"/>
                </a:solidFill>
                <a:latin typeface="Century Gothic"/>
                <a:ea typeface="Century Gothic"/>
                <a:cs typeface="Century Gothic"/>
                <a:sym typeface="Century Gothic"/>
              </a:defRPr>
            </a:lvl3pPr>
            <a:lvl4pPr indent="0" lvl="3" marL="0" algn="r">
              <a:buClr>
                <a:srgbClr val="FEFFFF"/>
              </a:buClr>
              <a:buSzPts val="2000"/>
              <a:buFont typeface="Century Gothic"/>
              <a:buNone/>
              <a:defRPr sz="2000">
                <a:solidFill>
                  <a:srgbClr val="FEFFFF"/>
                </a:solidFill>
                <a:latin typeface="Century Gothic"/>
                <a:ea typeface="Century Gothic"/>
                <a:cs typeface="Century Gothic"/>
                <a:sym typeface="Century Gothic"/>
              </a:defRPr>
            </a:lvl4pPr>
            <a:lvl5pPr indent="0" lvl="4" marL="0" algn="r">
              <a:buClr>
                <a:srgbClr val="FEFFFF"/>
              </a:buClr>
              <a:buSzPts val="2000"/>
              <a:buFont typeface="Century Gothic"/>
              <a:buNone/>
              <a:defRPr sz="2000">
                <a:solidFill>
                  <a:srgbClr val="FEFFFF"/>
                </a:solidFill>
                <a:latin typeface="Century Gothic"/>
                <a:ea typeface="Century Gothic"/>
                <a:cs typeface="Century Gothic"/>
                <a:sym typeface="Century Gothic"/>
              </a:defRPr>
            </a:lvl5pPr>
            <a:lvl6pPr indent="0" lvl="5" marL="0" algn="r">
              <a:buClr>
                <a:srgbClr val="FEFFFF"/>
              </a:buClr>
              <a:buSzPts val="2000"/>
              <a:buFont typeface="Century Gothic"/>
              <a:buNone/>
              <a:defRPr sz="2000">
                <a:solidFill>
                  <a:srgbClr val="FEFFFF"/>
                </a:solidFill>
                <a:latin typeface="Century Gothic"/>
                <a:ea typeface="Century Gothic"/>
                <a:cs typeface="Century Gothic"/>
                <a:sym typeface="Century Gothic"/>
              </a:defRPr>
            </a:lvl6pPr>
            <a:lvl7pPr indent="0" lvl="6" marL="0" algn="r">
              <a:buClr>
                <a:srgbClr val="FEFFFF"/>
              </a:buClr>
              <a:buSzPts val="2000"/>
              <a:buFont typeface="Century Gothic"/>
              <a:buNone/>
              <a:defRPr sz="2000">
                <a:solidFill>
                  <a:srgbClr val="FEFFFF"/>
                </a:solidFill>
                <a:latin typeface="Century Gothic"/>
                <a:ea typeface="Century Gothic"/>
                <a:cs typeface="Century Gothic"/>
                <a:sym typeface="Century Gothic"/>
              </a:defRPr>
            </a:lvl7pPr>
            <a:lvl8pPr indent="0" lvl="7" marL="0" algn="r">
              <a:buClr>
                <a:srgbClr val="FEFFFF"/>
              </a:buClr>
              <a:buSzPts val="2000"/>
              <a:buFont typeface="Century Gothic"/>
              <a:buNone/>
              <a:defRPr sz="2000">
                <a:solidFill>
                  <a:srgbClr val="FEFFFF"/>
                </a:solidFill>
                <a:latin typeface="Century Gothic"/>
                <a:ea typeface="Century Gothic"/>
                <a:cs typeface="Century Gothic"/>
                <a:sym typeface="Century Gothic"/>
              </a:defRPr>
            </a:lvl8pPr>
            <a:lvl9pPr indent="0" lvl="8" marL="0" algn="r">
              <a:buClr>
                <a:srgbClr val="FEFFFF"/>
              </a:buClr>
              <a:buSzPts val="2000"/>
              <a:buFont typeface="Century Gothic"/>
              <a:buNone/>
              <a:defRPr sz="2000">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3" name="Shape 53"/>
        <p:cNvGrpSpPr/>
        <p:nvPr/>
      </p:nvGrpSpPr>
      <p:grpSpPr>
        <a:xfrm>
          <a:off x="0" y="0"/>
          <a:ext cx="0" cy="0"/>
          <a:chOff x="0" y="0"/>
          <a:chExt cx="0" cy="0"/>
        </a:xfrm>
      </p:grpSpPr>
      <p:sp>
        <p:nvSpPr>
          <p:cNvPr id="54" name="Google Shape;54;p11"/>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1"/>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56" name="Google Shape;56;p1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1"/>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1"/>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 name="Shape 60"/>
        <p:cNvGrpSpPr/>
        <p:nvPr/>
      </p:nvGrpSpPr>
      <p:grpSpPr>
        <a:xfrm>
          <a:off x="0" y="0"/>
          <a:ext cx="0" cy="0"/>
          <a:chOff x="0" y="0"/>
          <a:chExt cx="0" cy="0"/>
        </a:xfrm>
      </p:grpSpPr>
      <p:sp>
        <p:nvSpPr>
          <p:cNvPr id="61" name="Google Shape;61;p12"/>
          <p:cNvSpPr txBox="1"/>
          <p:nvPr>
            <p:ph type="title"/>
          </p:nvPr>
        </p:nvSpPr>
        <p:spPr>
          <a:xfrm>
            <a:off x="2589212" y="2058750"/>
            <a:ext cx="8915399" cy="146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2"/>
          <p:cNvSpPr txBox="1"/>
          <p:nvPr>
            <p:ph idx="1" type="body"/>
          </p:nvPr>
        </p:nvSpPr>
        <p:spPr>
          <a:xfrm>
            <a:off x="2589212" y="3530129"/>
            <a:ext cx="891539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2000"/>
              <a:buNone/>
              <a:defRPr sz="20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63" name="Google Shape;63;p1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2"/>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2"/>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7" name="Shape 67"/>
        <p:cNvGrpSpPr/>
        <p:nvPr/>
      </p:nvGrpSpPr>
      <p:grpSpPr>
        <a:xfrm>
          <a:off x="0" y="0"/>
          <a:ext cx="0" cy="0"/>
          <a:chOff x="0" y="0"/>
          <a:chExt cx="0" cy="0"/>
        </a:xfrm>
      </p:grpSpPr>
      <p:sp>
        <p:nvSpPr>
          <p:cNvPr id="68" name="Google Shape;68;p13"/>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3"/>
          <p:cNvSpPr txBox="1"/>
          <p:nvPr>
            <p:ph idx="1" type="body"/>
          </p:nvPr>
        </p:nvSpPr>
        <p:spPr>
          <a:xfrm>
            <a:off x="2589212" y="2133600"/>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0" name="Google Shape;70;p13"/>
          <p:cNvSpPr txBox="1"/>
          <p:nvPr>
            <p:ph idx="2" type="body"/>
          </p:nvPr>
        </p:nvSpPr>
        <p:spPr>
          <a:xfrm>
            <a:off x="7190747" y="2126222"/>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1" name="Google Shape;71;p1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3"/>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3"/>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5" name="Shape 75"/>
        <p:cNvGrpSpPr/>
        <p:nvPr/>
      </p:nvGrpSpPr>
      <p:grpSpPr>
        <a:xfrm>
          <a:off x="0" y="0"/>
          <a:ext cx="0" cy="0"/>
          <a:chOff x="0" y="0"/>
          <a:chExt cx="0" cy="0"/>
        </a:xfrm>
      </p:grpSpPr>
      <p:sp>
        <p:nvSpPr>
          <p:cNvPr id="76" name="Google Shape;76;p14"/>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4"/>
          <p:cNvSpPr txBox="1"/>
          <p:nvPr>
            <p:ph idx="1" type="body"/>
          </p:nvPr>
        </p:nvSpPr>
        <p:spPr>
          <a:xfrm>
            <a:off x="2939373" y="1972703"/>
            <a:ext cx="399273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78" name="Google Shape;78;p14"/>
          <p:cNvSpPr txBox="1"/>
          <p:nvPr>
            <p:ph idx="2" type="body"/>
          </p:nvPr>
        </p:nvSpPr>
        <p:spPr>
          <a:xfrm>
            <a:off x="2589212" y="2548966"/>
            <a:ext cx="4342893"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9" name="Google Shape;79;p14"/>
          <p:cNvSpPr txBox="1"/>
          <p:nvPr>
            <p:ph idx="3" type="body"/>
          </p:nvPr>
        </p:nvSpPr>
        <p:spPr>
          <a:xfrm>
            <a:off x="7506629" y="1969475"/>
            <a:ext cx="3999001"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80" name="Google Shape;80;p14"/>
          <p:cNvSpPr txBox="1"/>
          <p:nvPr>
            <p:ph idx="4" type="body"/>
          </p:nvPr>
        </p:nvSpPr>
        <p:spPr>
          <a:xfrm>
            <a:off x="7166957" y="2545738"/>
            <a:ext cx="4338674"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81" name="Google Shape;81;p1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4"/>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4"/>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5" name="Shape 85"/>
        <p:cNvGrpSpPr/>
        <p:nvPr/>
      </p:nvGrpSpPr>
      <p:grpSpPr>
        <a:xfrm>
          <a:off x="0" y="0"/>
          <a:ext cx="0" cy="0"/>
          <a:chOff x="0" y="0"/>
          <a:chExt cx="0" cy="0"/>
        </a:xfrm>
      </p:grpSpPr>
      <p:sp>
        <p:nvSpPr>
          <p:cNvPr id="86" name="Google Shape;86;p15"/>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5"/>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5"/>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1" name="Shape 91"/>
        <p:cNvGrpSpPr/>
        <p:nvPr/>
      </p:nvGrpSpPr>
      <p:grpSpPr>
        <a:xfrm>
          <a:off x="0" y="0"/>
          <a:ext cx="0" cy="0"/>
          <a:chOff x="0" y="0"/>
          <a:chExt cx="0" cy="0"/>
        </a:xfrm>
      </p:grpSpPr>
      <p:sp>
        <p:nvSpPr>
          <p:cNvPr id="92" name="Google Shape;92;p16"/>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6"/>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6"/>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6" name="Shape 96"/>
        <p:cNvGrpSpPr/>
        <p:nvPr/>
      </p:nvGrpSpPr>
      <p:grpSpPr>
        <a:xfrm>
          <a:off x="0" y="0"/>
          <a:ext cx="0" cy="0"/>
          <a:chOff x="0" y="0"/>
          <a:chExt cx="0" cy="0"/>
        </a:xfrm>
      </p:grpSpPr>
      <p:sp>
        <p:nvSpPr>
          <p:cNvPr id="97" name="Google Shape;97;p17"/>
          <p:cNvSpPr txBox="1"/>
          <p:nvPr>
            <p:ph type="title"/>
          </p:nvPr>
        </p:nvSpPr>
        <p:spPr>
          <a:xfrm>
            <a:off x="2589212" y="446088"/>
            <a:ext cx="3505199" cy="97631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2000"/>
              <a:buFont typeface="Century Gothic"/>
              <a:buNone/>
              <a:defRPr b="0"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7"/>
          <p:cNvSpPr txBox="1"/>
          <p:nvPr>
            <p:ph idx="1" type="body"/>
          </p:nvPr>
        </p:nvSpPr>
        <p:spPr>
          <a:xfrm>
            <a:off x="6323012" y="446088"/>
            <a:ext cx="5181600" cy="5414963"/>
          </a:xfrm>
          <a:prstGeom prst="rect">
            <a:avLst/>
          </a:prstGeom>
          <a:noFill/>
          <a:ln>
            <a:noFill/>
          </a:ln>
        </p:spPr>
        <p:txBody>
          <a:bodyPr anchorCtr="0" anchor="ctr"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99" name="Google Shape;99;p17"/>
          <p:cNvSpPr txBox="1"/>
          <p:nvPr>
            <p:ph idx="2" type="body"/>
          </p:nvPr>
        </p:nvSpPr>
        <p:spPr>
          <a:xfrm>
            <a:off x="2589212" y="1598613"/>
            <a:ext cx="3505199" cy="4262436"/>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00"/>
              <a:buNone/>
              <a:defRPr sz="14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100" name="Google Shape;100;p17"/>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7"/>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7"/>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7"/>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4" name="Shape 104"/>
        <p:cNvGrpSpPr/>
        <p:nvPr/>
      </p:nvGrpSpPr>
      <p:grpSpPr>
        <a:xfrm>
          <a:off x="0" y="0"/>
          <a:ext cx="0" cy="0"/>
          <a:chOff x="0" y="0"/>
          <a:chExt cx="0" cy="0"/>
        </a:xfrm>
      </p:grpSpPr>
      <p:sp>
        <p:nvSpPr>
          <p:cNvPr id="105" name="Google Shape;105;p18"/>
          <p:cNvSpPr txBox="1"/>
          <p:nvPr>
            <p:ph type="title"/>
          </p:nvPr>
        </p:nvSpPr>
        <p:spPr>
          <a:xfrm>
            <a:off x="2589213" y="4800600"/>
            <a:ext cx="8915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8"/>
          <p:cNvSpPr/>
          <p:nvPr>
            <p:ph idx="2" type="pic"/>
          </p:nvPr>
        </p:nvSpPr>
        <p:spPr>
          <a:xfrm>
            <a:off x="2589212" y="634965"/>
            <a:ext cx="8915400" cy="3854970"/>
          </a:xfrm>
          <a:prstGeom prst="rect">
            <a:avLst/>
          </a:prstGeom>
          <a:noFill/>
          <a:ln>
            <a:noFill/>
          </a:ln>
        </p:spPr>
      </p:sp>
      <p:sp>
        <p:nvSpPr>
          <p:cNvPr id="107" name="Google Shape;107;p18"/>
          <p:cNvSpPr txBox="1"/>
          <p:nvPr>
            <p:ph idx="1" type="body"/>
          </p:nvPr>
        </p:nvSpPr>
        <p:spPr>
          <a:xfrm>
            <a:off x="2589213" y="5367338"/>
            <a:ext cx="8915400"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200"/>
              <a:buNone/>
              <a:defRPr sz="12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108" name="Google Shape;108;p18"/>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8"/>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18"/>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8"/>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12" name="Shape 112"/>
        <p:cNvGrpSpPr/>
        <p:nvPr/>
      </p:nvGrpSpPr>
      <p:grpSpPr>
        <a:xfrm>
          <a:off x="0" y="0"/>
          <a:ext cx="0" cy="0"/>
          <a:chOff x="0" y="0"/>
          <a:chExt cx="0" cy="0"/>
        </a:xfrm>
      </p:grpSpPr>
      <p:sp>
        <p:nvSpPr>
          <p:cNvPr id="113" name="Google Shape;113;p19"/>
          <p:cNvSpPr txBox="1"/>
          <p:nvPr>
            <p:ph type="title"/>
          </p:nvPr>
        </p:nvSpPr>
        <p:spPr>
          <a:xfrm>
            <a:off x="2589212" y="609600"/>
            <a:ext cx="8915399" cy="311704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9"/>
          <p:cNvSpPr txBox="1"/>
          <p:nvPr>
            <p:ph idx="1"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15" name="Google Shape;115;p1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19"/>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9"/>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19" name="Shape 119"/>
        <p:cNvGrpSpPr/>
        <p:nvPr/>
      </p:nvGrpSpPr>
      <p:grpSpPr>
        <a:xfrm>
          <a:off x="0" y="0"/>
          <a:ext cx="0" cy="0"/>
          <a:chOff x="0" y="0"/>
          <a:chExt cx="0" cy="0"/>
        </a:xfrm>
      </p:grpSpPr>
      <p:sp>
        <p:nvSpPr>
          <p:cNvPr id="120" name="Google Shape;120;p20"/>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20"/>
          <p:cNvSpPr txBox="1"/>
          <p:nvPr>
            <p:ph idx="1" type="body"/>
          </p:nvPr>
        </p:nvSpPr>
        <p:spPr>
          <a:xfrm>
            <a:off x="3275012" y="3505200"/>
            <a:ext cx="753655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600"/>
              <a:buFont typeface="Century Gothic"/>
              <a:buNone/>
              <a:defRPr sz="1600">
                <a:solidFill>
                  <a:srgbClr val="7F7F7F"/>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22" name="Google Shape;122;p20"/>
          <p:cNvSpPr txBox="1"/>
          <p:nvPr>
            <p:ph idx="2"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23" name="Google Shape;123;p2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20"/>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0"/>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7" name="Google Shape;127;p20"/>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accent1"/>
                </a:solidFill>
                <a:latin typeface="Arial"/>
                <a:ea typeface="Arial"/>
                <a:cs typeface="Arial"/>
                <a:sym typeface="Arial"/>
              </a:rPr>
              <a:t>“</a:t>
            </a:r>
            <a:endParaRPr/>
          </a:p>
        </p:txBody>
      </p:sp>
      <p:sp>
        <p:nvSpPr>
          <p:cNvPr id="128" name="Google Shape;128;p20"/>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accent1"/>
                </a:solidFill>
                <a:latin typeface="Arial"/>
                <a:ea typeface="Arial"/>
                <a:cs typeface="Arial"/>
                <a:sym typeface="Arial"/>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29" name="Shape 129"/>
        <p:cNvGrpSpPr/>
        <p:nvPr/>
      </p:nvGrpSpPr>
      <p:grpSpPr>
        <a:xfrm>
          <a:off x="0" y="0"/>
          <a:ext cx="0" cy="0"/>
          <a:chOff x="0" y="0"/>
          <a:chExt cx="0" cy="0"/>
        </a:xfrm>
      </p:grpSpPr>
      <p:sp>
        <p:nvSpPr>
          <p:cNvPr id="130" name="Google Shape;130;p21"/>
          <p:cNvSpPr txBox="1"/>
          <p:nvPr>
            <p:ph type="title"/>
          </p:nvPr>
        </p:nvSpPr>
        <p:spPr>
          <a:xfrm>
            <a:off x="2589213" y="2438400"/>
            <a:ext cx="8915400" cy="272484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1"/>
          <p:cNvSpPr txBox="1"/>
          <p:nvPr>
            <p:ph idx="1"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2" name="Google Shape;132;p2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2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21"/>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1"/>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36" name="Shape 136"/>
        <p:cNvGrpSpPr/>
        <p:nvPr/>
      </p:nvGrpSpPr>
      <p:grpSpPr>
        <a:xfrm>
          <a:off x="0" y="0"/>
          <a:ext cx="0" cy="0"/>
          <a:chOff x="0" y="0"/>
          <a:chExt cx="0" cy="0"/>
        </a:xfrm>
      </p:grpSpPr>
      <p:sp>
        <p:nvSpPr>
          <p:cNvPr id="137" name="Google Shape;137;p22"/>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22"/>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9" name="Google Shape;139;p22"/>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0" name="Google Shape;140;p2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2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22"/>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2"/>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44" name="Google Shape;144;p22"/>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accent1"/>
                </a:solidFill>
                <a:latin typeface="Arial"/>
                <a:ea typeface="Arial"/>
                <a:cs typeface="Arial"/>
                <a:sym typeface="Arial"/>
              </a:rPr>
              <a:t>“</a:t>
            </a:r>
            <a:endParaRPr/>
          </a:p>
        </p:txBody>
      </p:sp>
      <p:sp>
        <p:nvSpPr>
          <p:cNvPr id="145" name="Google Shape;145;p22"/>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accent1"/>
                </a:solidFill>
                <a:latin typeface="Arial"/>
                <a:ea typeface="Arial"/>
                <a:cs typeface="Arial"/>
                <a:sym typeface="Arial"/>
              </a:rPr>
              <a:t>”</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46" name="Shape 146"/>
        <p:cNvGrpSpPr/>
        <p:nvPr/>
      </p:nvGrpSpPr>
      <p:grpSpPr>
        <a:xfrm>
          <a:off x="0" y="0"/>
          <a:ext cx="0" cy="0"/>
          <a:chOff x="0" y="0"/>
          <a:chExt cx="0" cy="0"/>
        </a:xfrm>
      </p:grpSpPr>
      <p:sp>
        <p:nvSpPr>
          <p:cNvPr id="147" name="Google Shape;147;p23"/>
          <p:cNvSpPr txBox="1"/>
          <p:nvPr>
            <p:ph type="title"/>
          </p:nvPr>
        </p:nvSpPr>
        <p:spPr>
          <a:xfrm>
            <a:off x="2589212" y="627407"/>
            <a:ext cx="8915399" cy="288002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23"/>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9" name="Google Shape;149;p23"/>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50" name="Google Shape;150;p2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2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23"/>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4" name="Shape 154"/>
        <p:cNvGrpSpPr/>
        <p:nvPr/>
      </p:nvGrpSpPr>
      <p:grpSpPr>
        <a:xfrm>
          <a:off x="0" y="0"/>
          <a:ext cx="0" cy="0"/>
          <a:chOff x="0" y="0"/>
          <a:chExt cx="0" cy="0"/>
        </a:xfrm>
      </p:grpSpPr>
      <p:sp>
        <p:nvSpPr>
          <p:cNvPr id="155" name="Google Shape;155;p24"/>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24"/>
          <p:cNvSpPr txBox="1"/>
          <p:nvPr>
            <p:ph idx="1" type="body"/>
          </p:nvPr>
        </p:nvSpPr>
        <p:spPr>
          <a:xfrm rot="5400000">
            <a:off x="5103812" y="-381000"/>
            <a:ext cx="3886200" cy="89154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57" name="Google Shape;157;p2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2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24"/>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4"/>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61" name="Shape 161"/>
        <p:cNvGrpSpPr/>
        <p:nvPr/>
      </p:nvGrpSpPr>
      <p:grpSpPr>
        <a:xfrm>
          <a:off x="0" y="0"/>
          <a:ext cx="0" cy="0"/>
          <a:chOff x="0" y="0"/>
          <a:chExt cx="0" cy="0"/>
        </a:xfrm>
      </p:grpSpPr>
      <p:sp>
        <p:nvSpPr>
          <p:cNvPr id="162" name="Google Shape;162;p25"/>
          <p:cNvSpPr txBox="1"/>
          <p:nvPr>
            <p:ph type="title"/>
          </p:nvPr>
        </p:nvSpPr>
        <p:spPr>
          <a:xfrm rot="5400000">
            <a:off x="7756704" y="2165513"/>
            <a:ext cx="5283817" cy="2207601"/>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25"/>
          <p:cNvSpPr txBox="1"/>
          <p:nvPr>
            <p:ph idx="1" type="body"/>
          </p:nvPr>
        </p:nvSpPr>
        <p:spPr>
          <a:xfrm rot="5400000">
            <a:off x="3185803" y="30814"/>
            <a:ext cx="5283817" cy="64770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64" name="Google Shape;164;p2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2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25"/>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5"/>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r="100%"/>
          </a:path>
          <a:tileRect l="-100%" t="-100%"/>
        </a:gradFill>
      </p:bgPr>
    </p:bg>
    <p:spTree>
      <p:nvGrpSpPr>
        <p:cNvPr id="9" name="Shape 9"/>
        <p:cNvGrpSpPr/>
        <p:nvPr/>
      </p:nvGrpSpPr>
      <p:grpSpPr>
        <a:xfrm>
          <a:off x="0" y="0"/>
          <a:ext cx="0" cy="0"/>
          <a:chOff x="0" y="0"/>
          <a:chExt cx="0" cy="0"/>
        </a:xfrm>
      </p:grpSpPr>
      <p:grpSp>
        <p:nvGrpSpPr>
          <p:cNvPr id="10" name="Google Shape;10;p8"/>
          <p:cNvGrpSpPr/>
          <p:nvPr/>
        </p:nvGrpSpPr>
        <p:grpSpPr>
          <a:xfrm>
            <a:off x="1" y="228600"/>
            <a:ext cx="2851516" cy="6638628"/>
            <a:chOff x="2487613" y="285750"/>
            <a:chExt cx="2428875" cy="5654676"/>
          </a:xfrm>
        </p:grpSpPr>
        <p:sp>
          <p:nvSpPr>
            <p:cNvPr id="11" name="Google Shape;11;p8"/>
            <p:cNvSpPr/>
            <p:nvPr/>
          </p:nvSpPr>
          <p:spPr>
            <a:xfrm>
              <a:off x="2487613" y="2284413"/>
              <a:ext cx="85725" cy="533400"/>
            </a:xfrm>
            <a:custGeom>
              <a:rect b="b" l="l" r="r" t="t"/>
              <a:pathLst>
                <a:path extrusionOk="0" h="136" w="22">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8"/>
            <p:cNvSpPr/>
            <p:nvPr/>
          </p:nvSpPr>
          <p:spPr>
            <a:xfrm>
              <a:off x="2597151" y="2779713"/>
              <a:ext cx="550863" cy="1978025"/>
            </a:xfrm>
            <a:custGeom>
              <a:rect b="b" l="l" r="r" t="t"/>
              <a:pathLst>
                <a:path extrusionOk="0" h="504" w="14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8"/>
            <p:cNvSpPr/>
            <p:nvPr/>
          </p:nvSpPr>
          <p:spPr>
            <a:xfrm>
              <a:off x="3175001" y="4730750"/>
              <a:ext cx="519113" cy="1209675"/>
            </a:xfrm>
            <a:custGeom>
              <a:rect b="b" l="l" r="r" t="t"/>
              <a:pathLst>
                <a:path extrusionOk="0" h="308" w="132">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8"/>
            <p:cNvSpPr/>
            <p:nvPr/>
          </p:nvSpPr>
          <p:spPr>
            <a:xfrm>
              <a:off x="3305176" y="5630863"/>
              <a:ext cx="146050" cy="309563"/>
            </a:xfrm>
            <a:custGeom>
              <a:rect b="b" l="l" r="r" t="t"/>
              <a:pathLst>
                <a:path extrusionOk="0" h="79" w="37">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8"/>
            <p:cNvSpPr/>
            <p:nvPr/>
          </p:nvSpPr>
          <p:spPr>
            <a:xfrm>
              <a:off x="2573338" y="2817813"/>
              <a:ext cx="700088" cy="2835275"/>
            </a:xfrm>
            <a:custGeom>
              <a:rect b="b" l="l" r="r" t="t"/>
              <a:pathLst>
                <a:path extrusionOk="0" h="722" w="178">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8"/>
            <p:cNvSpPr/>
            <p:nvPr/>
          </p:nvSpPr>
          <p:spPr>
            <a:xfrm>
              <a:off x="2506663" y="285750"/>
              <a:ext cx="90488" cy="2493963"/>
            </a:xfrm>
            <a:custGeom>
              <a:rect b="b" l="l" r="r" t="t"/>
              <a:pathLst>
                <a:path extrusionOk="0" h="635" w="23">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8"/>
            <p:cNvSpPr/>
            <p:nvPr/>
          </p:nvSpPr>
          <p:spPr>
            <a:xfrm>
              <a:off x="2554288" y="2598738"/>
              <a:ext cx="66675" cy="420688"/>
            </a:xfrm>
            <a:custGeom>
              <a:rect b="b" l="l" r="r" t="t"/>
              <a:pathLst>
                <a:path extrusionOk="0" h="107" w="1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8"/>
            <p:cNvSpPr/>
            <p:nvPr/>
          </p:nvSpPr>
          <p:spPr>
            <a:xfrm>
              <a:off x="3143251" y="4757738"/>
              <a:ext cx="161925" cy="873125"/>
            </a:xfrm>
            <a:custGeom>
              <a:rect b="b" l="l" r="r" t="t"/>
              <a:pathLst>
                <a:path extrusionOk="0" h="222" w="4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8"/>
            <p:cNvSpPr/>
            <p:nvPr/>
          </p:nvSpPr>
          <p:spPr>
            <a:xfrm>
              <a:off x="3148013" y="1282700"/>
              <a:ext cx="1768475" cy="3448050"/>
            </a:xfrm>
            <a:custGeom>
              <a:rect b="b" l="l" r="r" t="t"/>
              <a:pathLst>
                <a:path extrusionOk="0" h="878" w="45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8"/>
            <p:cNvSpPr/>
            <p:nvPr/>
          </p:nvSpPr>
          <p:spPr>
            <a:xfrm>
              <a:off x="3273426" y="5653088"/>
              <a:ext cx="138113" cy="287338"/>
            </a:xfrm>
            <a:custGeom>
              <a:rect b="b" l="l" r="r" t="t"/>
              <a:pathLst>
                <a:path extrusionOk="0" h="73" w="35">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8"/>
            <p:cNvSpPr/>
            <p:nvPr/>
          </p:nvSpPr>
          <p:spPr>
            <a:xfrm>
              <a:off x="3143251" y="4656138"/>
              <a:ext cx="31750" cy="188913"/>
            </a:xfrm>
            <a:custGeom>
              <a:rect b="b" l="l" r="r" t="t"/>
              <a:pathLst>
                <a:path extrusionOk="0" h="48" w="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8"/>
            <p:cNvSpPr/>
            <p:nvPr/>
          </p:nvSpPr>
          <p:spPr>
            <a:xfrm>
              <a:off x="3211513" y="5410200"/>
              <a:ext cx="203200" cy="530225"/>
            </a:xfrm>
            <a:custGeom>
              <a:rect b="b" l="l" r="r" t="t"/>
              <a:pathLst>
                <a:path extrusionOk="0" h="135" w="52">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8"/>
          <p:cNvGrpSpPr/>
          <p:nvPr/>
        </p:nvGrpSpPr>
        <p:grpSpPr>
          <a:xfrm>
            <a:off x="27221" y="-786"/>
            <a:ext cx="2356674" cy="6854039"/>
            <a:chOff x="6627813" y="194833"/>
            <a:chExt cx="1952625" cy="5678918"/>
          </a:xfrm>
        </p:grpSpPr>
        <p:sp>
          <p:nvSpPr>
            <p:cNvPr id="24" name="Google Shape;24;p8"/>
            <p:cNvSpPr/>
            <p:nvPr/>
          </p:nvSpPr>
          <p:spPr>
            <a:xfrm>
              <a:off x="6627813" y="194833"/>
              <a:ext cx="409575" cy="3646488"/>
            </a:xfrm>
            <a:custGeom>
              <a:rect b="b" l="l" r="r" t="t"/>
              <a:pathLst>
                <a:path extrusionOk="0" h="920" w="103">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8"/>
            <p:cNvSpPr/>
            <p:nvPr/>
          </p:nvSpPr>
          <p:spPr>
            <a:xfrm>
              <a:off x="7061201" y="3771900"/>
              <a:ext cx="350838" cy="1309688"/>
            </a:xfrm>
            <a:custGeom>
              <a:rect b="b" l="l" r="r" t="t"/>
              <a:pathLst>
                <a:path extrusionOk="0" h="330" w="88">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8"/>
            <p:cNvSpPr/>
            <p:nvPr/>
          </p:nvSpPr>
          <p:spPr>
            <a:xfrm>
              <a:off x="7439026" y="5053013"/>
              <a:ext cx="357188" cy="820738"/>
            </a:xfrm>
            <a:custGeom>
              <a:rect b="b" l="l" r="r" t="t"/>
              <a:pathLst>
                <a:path extrusionOk="0" h="207" w="9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8"/>
            <p:cNvSpPr/>
            <p:nvPr/>
          </p:nvSpPr>
          <p:spPr>
            <a:xfrm>
              <a:off x="7037388" y="3811588"/>
              <a:ext cx="457200" cy="1852613"/>
            </a:xfrm>
            <a:custGeom>
              <a:rect b="b" l="l" r="r" t="t"/>
              <a:pathLst>
                <a:path extrusionOk="0" h="467" w="115">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8"/>
            <p:cNvSpPr/>
            <p:nvPr/>
          </p:nvSpPr>
          <p:spPr>
            <a:xfrm>
              <a:off x="6992938" y="1263650"/>
              <a:ext cx="144463" cy="2508250"/>
            </a:xfrm>
            <a:custGeom>
              <a:rect b="b" l="l" r="r" t="t"/>
              <a:pathLst>
                <a:path extrusionOk="0" h="633" w="36">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8"/>
            <p:cNvSpPr/>
            <p:nvPr/>
          </p:nvSpPr>
          <p:spPr>
            <a:xfrm>
              <a:off x="7526338" y="5640388"/>
              <a:ext cx="111125" cy="233363"/>
            </a:xfrm>
            <a:custGeom>
              <a:rect b="b" l="l" r="r" t="t"/>
              <a:pathLst>
                <a:path extrusionOk="0" h="59" w="28">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8"/>
            <p:cNvSpPr/>
            <p:nvPr/>
          </p:nvSpPr>
          <p:spPr>
            <a:xfrm>
              <a:off x="7021513" y="3598863"/>
              <a:ext cx="68263" cy="423863"/>
            </a:xfrm>
            <a:custGeom>
              <a:rect b="b" l="l" r="r" t="t"/>
              <a:pathLst>
                <a:path extrusionOk="0" h="107" w="1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8"/>
            <p:cNvSpPr/>
            <p:nvPr/>
          </p:nvSpPr>
          <p:spPr>
            <a:xfrm>
              <a:off x="7412038" y="2801938"/>
              <a:ext cx="1168400" cy="2251075"/>
            </a:xfrm>
            <a:custGeom>
              <a:rect b="b" l="l" r="r" t="t"/>
              <a:pathLst>
                <a:path extrusionOk="0" h="568" w="294">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8"/>
            <p:cNvSpPr/>
            <p:nvPr/>
          </p:nvSpPr>
          <p:spPr>
            <a:xfrm>
              <a:off x="7494588" y="5664200"/>
              <a:ext cx="100013" cy="209550"/>
            </a:xfrm>
            <a:custGeom>
              <a:rect b="b" l="l" r="r" t="t"/>
              <a:pathLst>
                <a:path extrusionOk="0" h="53" w="25">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8"/>
            <p:cNvSpPr/>
            <p:nvPr/>
          </p:nvSpPr>
          <p:spPr>
            <a:xfrm>
              <a:off x="7412038" y="5081588"/>
              <a:ext cx="114300" cy="558800"/>
            </a:xfrm>
            <a:custGeom>
              <a:rect b="b" l="l" r="r" t="t"/>
              <a:pathLst>
                <a:path extrusionOk="0" h="141" w="29">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8"/>
            <p:cNvSpPr/>
            <p:nvPr/>
          </p:nvSpPr>
          <p:spPr>
            <a:xfrm>
              <a:off x="7412038" y="4978400"/>
              <a:ext cx="31750" cy="188913"/>
            </a:xfrm>
            <a:custGeom>
              <a:rect b="b" l="l" r="r" t="t"/>
              <a:pathLst>
                <a:path extrusionOk="0" h="48" w="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8"/>
            <p:cNvSpPr/>
            <p:nvPr/>
          </p:nvSpPr>
          <p:spPr>
            <a:xfrm>
              <a:off x="7439026" y="5434013"/>
              <a:ext cx="174625" cy="439738"/>
            </a:xfrm>
            <a:custGeom>
              <a:rect b="b" l="l" r="r" t="t"/>
              <a:pathLst>
                <a:path extrusionOk="0" h="111" w="44">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8"/>
          <p:cNvSpPr/>
          <p:nvPr/>
        </p:nvSpPr>
        <p:spPr>
          <a:xfrm>
            <a:off x="0" y="0"/>
            <a:ext cx="18288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8"/>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rgbClr val="262626"/>
              </a:buClr>
              <a:buSzPts val="3600"/>
              <a:buFont typeface="Century Gothic"/>
              <a:buNone/>
              <a:defRPr b="0" i="0" sz="3600" u="none" cap="none" strike="noStrike">
                <a:solidFill>
                  <a:srgbClr val="262626"/>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38" name="Google Shape;38;p8"/>
          <p:cNvSpPr txBox="1"/>
          <p:nvPr>
            <p:ph idx="1" type="body"/>
          </p:nvPr>
        </p:nvSpPr>
        <p:spPr>
          <a:xfrm>
            <a:off x="2589212" y="2133600"/>
            <a:ext cx="8915400" cy="3886200"/>
          </a:xfrm>
          <a:prstGeom prst="rect">
            <a:avLst/>
          </a:prstGeom>
          <a:noFill/>
          <a:ln>
            <a:noFill/>
          </a:ln>
        </p:spPr>
        <p:txBody>
          <a:bodyPr anchorCtr="0" anchor="t" bIns="45700" lIns="91425" spcFirstLastPara="1" rIns="91425" wrap="square" tIns="45700">
            <a:normAutofit/>
          </a:bodyPr>
          <a:lstStyle>
            <a:lvl1pPr indent="-342900" lvl="0" marL="457200" marR="0" rtl="0" algn="l">
              <a:spcBef>
                <a:spcPts val="1000"/>
              </a:spcBef>
              <a:spcAft>
                <a:spcPts val="0"/>
              </a:spcAft>
              <a:buClr>
                <a:schemeClr val="accent1"/>
              </a:buClr>
              <a:buSzPts val="180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30200" lvl="1" marL="914400" marR="0" rtl="0" algn="l">
              <a:spcBef>
                <a:spcPts val="1000"/>
              </a:spcBef>
              <a:spcAft>
                <a:spcPts val="0"/>
              </a:spcAft>
              <a:buClr>
                <a:schemeClr val="accent1"/>
              </a:buClr>
              <a:buSzPts val="160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317500" lvl="2" marL="1371600" marR="0" rtl="0" algn="l">
              <a:spcBef>
                <a:spcPts val="1000"/>
              </a:spcBef>
              <a:spcAft>
                <a:spcPts val="0"/>
              </a:spcAft>
              <a:buClr>
                <a:schemeClr val="accent1"/>
              </a:buClr>
              <a:buSzPts val="140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304800" lvl="3" marL="1828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304800" lvl="4" marL="22860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304800" lvl="5" marL="27432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304800" lvl="6" marL="32004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304800" lvl="7" marL="36576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304800" lvl="8" marL="4114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39" name="Google Shape;39;p8"/>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40" name="Google Shape;40;p8"/>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41" name="Google Shape;41;p8"/>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2000" u="none" cap="none" strike="noStrike">
                <a:solidFill>
                  <a:srgbClr val="FEFFFF"/>
                </a:solidFill>
                <a:latin typeface="Century Gothic"/>
                <a:ea typeface="Century Gothic"/>
                <a:cs typeface="Century Gothic"/>
                <a:sym typeface="Century Gothic"/>
              </a:defRPr>
            </a:lvl1pPr>
            <a:lvl2pPr indent="0" lvl="1" marL="0" marR="0" rtl="0" algn="r">
              <a:spcBef>
                <a:spcPts val="0"/>
              </a:spcBef>
              <a:buNone/>
              <a:defRPr b="0" i="0" sz="2000" u="none" cap="none" strike="noStrike">
                <a:solidFill>
                  <a:srgbClr val="FEFFFF"/>
                </a:solidFill>
                <a:latin typeface="Century Gothic"/>
                <a:ea typeface="Century Gothic"/>
                <a:cs typeface="Century Gothic"/>
                <a:sym typeface="Century Gothic"/>
              </a:defRPr>
            </a:lvl2pPr>
            <a:lvl3pPr indent="0" lvl="2" marL="0" marR="0" rtl="0" algn="r">
              <a:spcBef>
                <a:spcPts val="0"/>
              </a:spcBef>
              <a:buNone/>
              <a:defRPr b="0" i="0" sz="2000" u="none" cap="none" strike="noStrike">
                <a:solidFill>
                  <a:srgbClr val="FEFFFF"/>
                </a:solidFill>
                <a:latin typeface="Century Gothic"/>
                <a:ea typeface="Century Gothic"/>
                <a:cs typeface="Century Gothic"/>
                <a:sym typeface="Century Gothic"/>
              </a:defRPr>
            </a:lvl3pPr>
            <a:lvl4pPr indent="0" lvl="3" marL="0" marR="0" rtl="0" algn="r">
              <a:spcBef>
                <a:spcPts val="0"/>
              </a:spcBef>
              <a:buNone/>
              <a:defRPr b="0" i="0" sz="2000" u="none" cap="none" strike="noStrike">
                <a:solidFill>
                  <a:srgbClr val="FEFFFF"/>
                </a:solidFill>
                <a:latin typeface="Century Gothic"/>
                <a:ea typeface="Century Gothic"/>
                <a:cs typeface="Century Gothic"/>
                <a:sym typeface="Century Gothic"/>
              </a:defRPr>
            </a:lvl4pPr>
            <a:lvl5pPr indent="0" lvl="4" marL="0" marR="0" rtl="0" algn="r">
              <a:spcBef>
                <a:spcPts val="0"/>
              </a:spcBef>
              <a:buNone/>
              <a:defRPr b="0" i="0" sz="2000" u="none" cap="none" strike="noStrike">
                <a:solidFill>
                  <a:srgbClr val="FEFFFF"/>
                </a:solidFill>
                <a:latin typeface="Century Gothic"/>
                <a:ea typeface="Century Gothic"/>
                <a:cs typeface="Century Gothic"/>
                <a:sym typeface="Century Gothic"/>
              </a:defRPr>
            </a:lvl5pPr>
            <a:lvl6pPr indent="0" lvl="5" marL="0" marR="0" rtl="0" algn="r">
              <a:spcBef>
                <a:spcPts val="0"/>
              </a:spcBef>
              <a:buNone/>
              <a:defRPr b="0" i="0" sz="2000" u="none" cap="none" strike="noStrike">
                <a:solidFill>
                  <a:srgbClr val="FEFFFF"/>
                </a:solidFill>
                <a:latin typeface="Century Gothic"/>
                <a:ea typeface="Century Gothic"/>
                <a:cs typeface="Century Gothic"/>
                <a:sym typeface="Century Gothic"/>
              </a:defRPr>
            </a:lvl6pPr>
            <a:lvl7pPr indent="0" lvl="6" marL="0" marR="0" rtl="0" algn="r">
              <a:spcBef>
                <a:spcPts val="0"/>
              </a:spcBef>
              <a:buNone/>
              <a:defRPr b="0" i="0" sz="2000" u="none" cap="none" strike="noStrike">
                <a:solidFill>
                  <a:srgbClr val="FEFFFF"/>
                </a:solidFill>
                <a:latin typeface="Century Gothic"/>
                <a:ea typeface="Century Gothic"/>
                <a:cs typeface="Century Gothic"/>
                <a:sym typeface="Century Gothic"/>
              </a:defRPr>
            </a:lvl7pPr>
            <a:lvl8pPr indent="0" lvl="7" marL="0" marR="0" rtl="0" algn="r">
              <a:spcBef>
                <a:spcPts val="0"/>
              </a:spcBef>
              <a:buNone/>
              <a:defRPr b="0" i="0" sz="2000" u="none" cap="none" strike="noStrike">
                <a:solidFill>
                  <a:srgbClr val="FEFFFF"/>
                </a:solidFill>
                <a:latin typeface="Century Gothic"/>
                <a:ea typeface="Century Gothic"/>
                <a:cs typeface="Century Gothic"/>
                <a:sym typeface="Century Gothic"/>
              </a:defRPr>
            </a:lvl8pPr>
            <a:lvl9pPr indent="0" lvl="8" marL="0" marR="0" rtl="0" algn="r">
              <a:spcBef>
                <a:spcPts val="0"/>
              </a:spcBef>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drive.google.com/file/d/1KudGvHSw5_mYrEwpVasuxpbWS2s-aI7n/view?usp=sharin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
          <p:cNvSpPr txBox="1"/>
          <p:nvPr>
            <p:ph type="ctrTitle"/>
          </p:nvPr>
        </p:nvSpPr>
        <p:spPr>
          <a:xfrm>
            <a:off x="2139885" y="2187017"/>
            <a:ext cx="8675802" cy="1759459"/>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3600"/>
              <a:buFont typeface="EB Garamond"/>
              <a:buNone/>
            </a:pPr>
            <a:br>
              <a:rPr b="1" lang="en-US" sz="3600">
                <a:solidFill>
                  <a:schemeClr val="dk1"/>
                </a:solidFill>
                <a:latin typeface="EB Garamond"/>
                <a:ea typeface="EB Garamond"/>
                <a:cs typeface="EB Garamond"/>
                <a:sym typeface="EB Garamond"/>
              </a:rPr>
            </a:br>
            <a:r>
              <a:rPr b="1" lang="en-US" sz="3600">
                <a:solidFill>
                  <a:schemeClr val="dk1"/>
                </a:solidFill>
                <a:latin typeface="Times New Roman"/>
                <a:ea typeface="Times New Roman"/>
                <a:cs typeface="Times New Roman"/>
                <a:sym typeface="Times New Roman"/>
              </a:rPr>
              <a:t>TO DO LIST MANAGEMENT SYSTEM</a:t>
            </a:r>
            <a:br>
              <a:rPr b="1" lang="en-US" sz="3600">
                <a:solidFill>
                  <a:schemeClr val="dk1"/>
                </a:solidFill>
                <a:latin typeface="EB Garamond"/>
                <a:ea typeface="EB Garamond"/>
                <a:cs typeface="EB Garamond"/>
                <a:sym typeface="EB Garamond"/>
              </a:rPr>
            </a:br>
            <a:endParaRPr b="1" sz="3600">
              <a:solidFill>
                <a:schemeClr val="dk1"/>
              </a:solidFill>
              <a:latin typeface="EB Garamond"/>
              <a:ea typeface="EB Garamond"/>
              <a:cs typeface="EB Garamond"/>
              <a:sym typeface="EB Garamond"/>
            </a:endParaRPr>
          </a:p>
        </p:txBody>
      </p:sp>
      <p:sp>
        <p:nvSpPr>
          <p:cNvPr id="173" name="Google Shape;173;p1"/>
          <p:cNvSpPr txBox="1"/>
          <p:nvPr>
            <p:ph idx="1" type="subTitle"/>
          </p:nvPr>
        </p:nvSpPr>
        <p:spPr>
          <a:xfrm>
            <a:off x="2193226" y="4553285"/>
            <a:ext cx="3616608" cy="1827529"/>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SzPct val="100000"/>
              <a:buNone/>
            </a:pPr>
            <a:r>
              <a:rPr b="1" lang="en-US">
                <a:solidFill>
                  <a:schemeClr val="dk1"/>
                </a:solidFill>
                <a:latin typeface="Times New Roman"/>
                <a:ea typeface="Times New Roman"/>
                <a:cs typeface="Times New Roman"/>
                <a:sym typeface="Times New Roman"/>
              </a:rPr>
              <a:t>Team members:</a:t>
            </a:r>
            <a:endParaRPr/>
          </a:p>
          <a:p>
            <a:pPr indent="0" lvl="0" marL="0" rtl="0" algn="l">
              <a:spcBef>
                <a:spcPts val="1000"/>
              </a:spcBef>
              <a:spcAft>
                <a:spcPts val="0"/>
              </a:spcAft>
              <a:buSzPct val="100000"/>
              <a:buNone/>
            </a:pPr>
            <a:r>
              <a:rPr lang="en-US">
                <a:solidFill>
                  <a:schemeClr val="dk1"/>
                </a:solidFill>
                <a:latin typeface="Times New Roman"/>
                <a:ea typeface="Times New Roman"/>
                <a:cs typeface="Times New Roman"/>
                <a:sym typeface="Times New Roman"/>
              </a:rPr>
              <a:t>Arockya Abinesh A - 2311123</a:t>
            </a:r>
            <a:endParaRPr/>
          </a:p>
          <a:p>
            <a:pPr indent="0" lvl="0" marL="0" rtl="0" algn="l">
              <a:spcBef>
                <a:spcPts val="1000"/>
              </a:spcBef>
              <a:spcAft>
                <a:spcPts val="0"/>
              </a:spcAft>
              <a:buSzPct val="100000"/>
              <a:buNone/>
            </a:pPr>
            <a:r>
              <a:rPr lang="en-US">
                <a:solidFill>
                  <a:schemeClr val="dk1"/>
                </a:solidFill>
                <a:latin typeface="Times New Roman"/>
                <a:ea typeface="Times New Roman"/>
                <a:cs typeface="Times New Roman"/>
                <a:sym typeface="Times New Roman"/>
              </a:rPr>
              <a:t>Arikarasudhan M - 2311088</a:t>
            </a:r>
            <a:endParaRPr/>
          </a:p>
          <a:p>
            <a:pPr indent="0" lvl="0" marL="0" rtl="0" algn="l">
              <a:spcBef>
                <a:spcPts val="1000"/>
              </a:spcBef>
              <a:spcAft>
                <a:spcPts val="0"/>
              </a:spcAft>
              <a:buSzPct val="100000"/>
              <a:buNone/>
            </a:pPr>
            <a:r>
              <a:rPr lang="en-US">
                <a:solidFill>
                  <a:schemeClr val="dk1"/>
                </a:solidFill>
                <a:latin typeface="Times New Roman"/>
                <a:ea typeface="Times New Roman"/>
                <a:cs typeface="Times New Roman"/>
                <a:sym typeface="Times New Roman"/>
              </a:rPr>
              <a:t>Gowshik N – 2311096</a:t>
            </a:r>
            <a:endParaRPr/>
          </a:p>
          <a:p>
            <a:pPr indent="0" lvl="0" marL="0" rtl="0" algn="l">
              <a:spcBef>
                <a:spcPts val="1000"/>
              </a:spcBef>
              <a:spcAft>
                <a:spcPts val="0"/>
              </a:spcAft>
              <a:buSzPct val="100000"/>
              <a:buNone/>
            </a:pPr>
            <a:r>
              <a:rPr lang="en-US">
                <a:solidFill>
                  <a:schemeClr val="dk1"/>
                </a:solidFill>
                <a:latin typeface="Times New Roman"/>
                <a:ea typeface="Times New Roman"/>
                <a:cs typeface="Times New Roman"/>
                <a:sym typeface="Times New Roman"/>
              </a:rPr>
              <a:t>Lakshmi Narasimman S - 2311100</a:t>
            </a:r>
            <a:endParaRPr/>
          </a:p>
          <a:p>
            <a:pPr indent="0" lvl="0" marL="0" rtl="0" algn="l">
              <a:spcBef>
                <a:spcPts val="1000"/>
              </a:spcBef>
              <a:spcAft>
                <a:spcPts val="0"/>
              </a:spcAft>
              <a:buSzPct val="100000"/>
              <a:buNone/>
            </a:pPr>
            <a:r>
              <a:t/>
            </a:r>
            <a:endParaRPr>
              <a:solidFill>
                <a:schemeClr val="dk1"/>
              </a:solidFill>
              <a:latin typeface="Times New Roman"/>
              <a:ea typeface="Times New Roman"/>
              <a:cs typeface="Times New Roman"/>
              <a:sym typeface="Times New Roman"/>
            </a:endParaRPr>
          </a:p>
        </p:txBody>
      </p:sp>
      <p:sp>
        <p:nvSpPr>
          <p:cNvPr id="174" name="Google Shape;174;p1"/>
          <p:cNvSpPr txBox="1"/>
          <p:nvPr/>
        </p:nvSpPr>
        <p:spPr>
          <a:xfrm>
            <a:off x="3534109" y="919019"/>
            <a:ext cx="9500700" cy="1662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NATIONAL ENGINEERING COLLEGE,KOVILPATTI</a:t>
            </a:r>
            <a:endParaRPr/>
          </a:p>
          <a:p>
            <a:pPr indent="0" lvl="0" marL="0" marR="0" rtl="0" algn="l">
              <a:spcBef>
                <a:spcPts val="0"/>
              </a:spcBef>
              <a:spcAft>
                <a:spcPts val="0"/>
              </a:spcAft>
              <a:buNone/>
            </a:pPr>
            <a:r>
              <a:rPr lang="en-US" sz="1200">
                <a:solidFill>
                  <a:schemeClr val="dk1"/>
                </a:solidFill>
                <a:latin typeface="Century Gothic"/>
                <a:ea typeface="Century Gothic"/>
                <a:cs typeface="Century Gothic"/>
                <a:sym typeface="Century Gothic"/>
              </a:rPr>
              <a:t>        (An Autonomous Institution – Affiliated to Anna University, Chennai) </a:t>
            </a:r>
            <a:br>
              <a:rPr b="1" lang="en-US" sz="1800">
                <a:solidFill>
                  <a:schemeClr val="dk1"/>
                </a:solidFill>
                <a:latin typeface="Times New Roman"/>
                <a:ea typeface="Times New Roman"/>
                <a:cs typeface="Times New Roman"/>
                <a:sym typeface="Times New Roman"/>
              </a:rPr>
            </a:br>
            <a:r>
              <a:rPr b="1" lang="en-US" sz="1800">
                <a:solidFill>
                  <a:schemeClr val="dk1"/>
                </a:solidFill>
                <a:latin typeface="Times New Roman"/>
                <a:ea typeface="Times New Roman"/>
                <a:cs typeface="Times New Roman"/>
                <a:sym typeface="Times New Roman"/>
              </a:rPr>
              <a:t>     </a:t>
            </a:r>
            <a:endParaRPr/>
          </a:p>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23CS24C-OBJECT ORIENTED PROGRAMMING</a:t>
            </a:r>
            <a:endParaRPr/>
          </a:p>
          <a:p>
            <a:pPr indent="0" lvl="0" marL="0" marR="0" rtl="0" algn="l">
              <a:spcBef>
                <a:spcPts val="0"/>
              </a:spcBef>
              <a:spcAft>
                <a:spcPts val="0"/>
              </a:spcAft>
              <a:buNone/>
            </a:pPr>
            <a:br>
              <a:rPr b="1" lang="en-US" sz="1800">
                <a:solidFill>
                  <a:schemeClr val="dk1"/>
                </a:solidFill>
                <a:latin typeface="Times New Roman"/>
                <a:ea typeface="Times New Roman"/>
                <a:cs typeface="Times New Roman"/>
                <a:sym typeface="Times New Roman"/>
              </a:rPr>
            </a:br>
            <a:r>
              <a:rPr b="1" lang="en-US" sz="1800">
                <a:solidFill>
                  <a:schemeClr val="dk1"/>
                </a:solidFill>
                <a:latin typeface="Times New Roman"/>
                <a:ea typeface="Times New Roman"/>
                <a:cs typeface="Times New Roman"/>
                <a:sym typeface="Times New Roman"/>
              </a:rPr>
              <a:t>                        </a:t>
            </a:r>
            <a:r>
              <a:rPr lang="en-US" sz="1800">
                <a:solidFill>
                  <a:schemeClr val="dk1"/>
                </a:solidFill>
                <a:latin typeface="Times New Roman"/>
                <a:ea typeface="Times New Roman"/>
                <a:cs typeface="Times New Roman"/>
                <a:sym typeface="Times New Roman"/>
              </a:rPr>
              <a:t>EXPERIENTIAL LEARNING</a:t>
            </a:r>
            <a:endParaRPr sz="1800">
              <a:solidFill>
                <a:schemeClr val="dk1"/>
              </a:solidFill>
              <a:latin typeface="Century Gothic"/>
              <a:ea typeface="Century Gothic"/>
              <a:cs typeface="Century Gothic"/>
              <a:sym typeface="Century Gothic"/>
            </a:endParaRPr>
          </a:p>
        </p:txBody>
      </p:sp>
      <p:pic>
        <p:nvPicPr>
          <p:cNvPr id="175" name="Google Shape;175;p1"/>
          <p:cNvPicPr preferRelativeResize="0"/>
          <p:nvPr/>
        </p:nvPicPr>
        <p:blipFill rotWithShape="1">
          <a:blip r:embed="rId3">
            <a:alphaModFix/>
          </a:blip>
          <a:srcRect b="0" l="0" r="0" t="0"/>
          <a:stretch/>
        </p:blipFill>
        <p:spPr>
          <a:xfrm>
            <a:off x="937660" y="0"/>
            <a:ext cx="7574962" cy="4260916"/>
          </a:xfrm>
          <a:prstGeom prst="rect">
            <a:avLst/>
          </a:prstGeom>
          <a:noFill/>
          <a:ln>
            <a:noFill/>
          </a:ln>
        </p:spPr>
      </p:pic>
      <p:sp>
        <p:nvSpPr>
          <p:cNvPr id="176" name="Google Shape;176;p1"/>
          <p:cNvSpPr txBox="1"/>
          <p:nvPr/>
        </p:nvSpPr>
        <p:spPr>
          <a:xfrm>
            <a:off x="9262872" y="4562856"/>
            <a:ext cx="3895344" cy="113877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chemeClr val="dk1"/>
                </a:solidFill>
                <a:latin typeface="Times New Roman"/>
                <a:ea typeface="Times New Roman"/>
                <a:cs typeface="Times New Roman"/>
                <a:sym typeface="Times New Roman"/>
              </a:rPr>
              <a:t>Course Instructor:</a:t>
            </a:r>
            <a:endParaRPr/>
          </a:p>
          <a:p>
            <a:pPr indent="0" lvl="0" marL="0" marR="0" rtl="0" algn="l">
              <a:spcBef>
                <a:spcPts val="0"/>
              </a:spcBef>
              <a:spcAft>
                <a:spcPts val="0"/>
              </a:spcAft>
              <a:buNone/>
            </a:pPr>
            <a:r>
              <a:rPr lang="en-US" sz="1700">
                <a:solidFill>
                  <a:schemeClr val="dk1"/>
                </a:solidFill>
                <a:latin typeface="Times New Roman"/>
                <a:ea typeface="Times New Roman"/>
                <a:cs typeface="Times New Roman"/>
                <a:sym typeface="Times New Roman"/>
              </a:rPr>
              <a:t>G.Pavithra</a:t>
            </a:r>
            <a:endParaRPr sz="17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1700">
                <a:solidFill>
                  <a:schemeClr val="dk1"/>
                </a:solidFill>
                <a:latin typeface="Times New Roman"/>
                <a:ea typeface="Times New Roman"/>
                <a:cs typeface="Times New Roman"/>
                <a:sym typeface="Times New Roman"/>
              </a:rPr>
              <a:t>Assistant Professor</a:t>
            </a:r>
            <a:endParaRPr/>
          </a:p>
          <a:p>
            <a:pPr indent="0" lvl="0" marL="0" marR="0" rtl="0" algn="l">
              <a:spcBef>
                <a:spcPts val="0"/>
              </a:spcBef>
              <a:spcAft>
                <a:spcPts val="0"/>
              </a:spcAft>
              <a:buNone/>
            </a:pPr>
            <a:r>
              <a:rPr lang="en-US" sz="1700">
                <a:solidFill>
                  <a:schemeClr val="dk1"/>
                </a:solidFill>
                <a:latin typeface="Times New Roman"/>
                <a:ea typeface="Times New Roman"/>
                <a:cs typeface="Times New Roman"/>
                <a:sym typeface="Times New Roman"/>
              </a:rPr>
              <a:t>CSE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
          <p:cNvSpPr txBox="1"/>
          <p:nvPr>
            <p:ph type="ctrTitle"/>
          </p:nvPr>
        </p:nvSpPr>
        <p:spPr>
          <a:xfrm>
            <a:off x="1519408" y="742831"/>
            <a:ext cx="4375629" cy="778427"/>
          </a:xfrm>
          <a:prstGeom prst="rect">
            <a:avLst/>
          </a:prstGeom>
          <a:noFill/>
          <a:ln>
            <a:noFill/>
          </a:ln>
        </p:spPr>
        <p:txBody>
          <a:bodyPr anchorCtr="0" anchor="b" bIns="121900" lIns="121900" spcFirstLastPara="1" rIns="121900" wrap="square" tIns="121900">
            <a:normAutofit fontScale="90000"/>
          </a:bodyPr>
          <a:lstStyle/>
          <a:p>
            <a:pPr indent="0" lvl="0" marL="0" rtl="0" algn="l">
              <a:spcBef>
                <a:spcPts val="0"/>
              </a:spcBef>
              <a:spcAft>
                <a:spcPts val="0"/>
              </a:spcAft>
              <a:buClr>
                <a:schemeClr val="dk1"/>
              </a:buClr>
              <a:buSzPct val="100000"/>
              <a:buFont typeface="Times New Roman"/>
              <a:buNone/>
            </a:pPr>
            <a:r>
              <a:rPr b="1" lang="en-US" sz="4000">
                <a:solidFill>
                  <a:schemeClr val="dk1"/>
                </a:solidFill>
                <a:latin typeface="Times New Roman"/>
                <a:ea typeface="Times New Roman"/>
                <a:cs typeface="Times New Roman"/>
                <a:sym typeface="Times New Roman"/>
              </a:rPr>
              <a:t>Problem Statement </a:t>
            </a:r>
            <a:endParaRPr b="1" sz="4000">
              <a:solidFill>
                <a:schemeClr val="dk1"/>
              </a:solidFill>
              <a:latin typeface="Times New Roman"/>
              <a:ea typeface="Times New Roman"/>
              <a:cs typeface="Times New Roman"/>
              <a:sym typeface="Times New Roman"/>
            </a:endParaRPr>
          </a:p>
        </p:txBody>
      </p:sp>
      <p:sp>
        <p:nvSpPr>
          <p:cNvPr id="182" name="Google Shape;182;p2"/>
          <p:cNvSpPr txBox="1"/>
          <p:nvPr>
            <p:ph idx="1" type="subTitle"/>
          </p:nvPr>
        </p:nvSpPr>
        <p:spPr>
          <a:xfrm>
            <a:off x="1581992" y="1773726"/>
            <a:ext cx="5379008" cy="4404270"/>
          </a:xfrm>
          <a:prstGeom prst="rect">
            <a:avLst/>
          </a:prstGeom>
          <a:noFill/>
          <a:ln>
            <a:noFill/>
          </a:ln>
        </p:spPr>
        <p:txBody>
          <a:bodyPr anchorCtr="0" anchor="t" bIns="121900" lIns="121900" spcFirstLastPara="1" rIns="121900" wrap="square" tIns="121900">
            <a:noAutofit/>
          </a:bodyPr>
          <a:lstStyle/>
          <a:p>
            <a:pPr indent="-285750" lvl="0" marL="285750" rtl="0" algn="l">
              <a:spcBef>
                <a:spcPts val="1000"/>
              </a:spcBef>
              <a:spcAft>
                <a:spcPts val="0"/>
              </a:spcAft>
              <a:buSzPts val="1800"/>
              <a:buFont typeface="Arial"/>
              <a:buChar char="•"/>
            </a:pPr>
            <a:r>
              <a:rPr b="0" i="0" lang="en-US" sz="1800">
                <a:solidFill>
                  <a:schemeClr val="dk1"/>
                </a:solidFill>
                <a:latin typeface="Times New Roman"/>
                <a:ea typeface="Times New Roman"/>
                <a:cs typeface="Times New Roman"/>
                <a:sym typeface="Times New Roman"/>
              </a:rPr>
              <a:t>There is a need for a comprehensive To-Do List Management System that can efficiently manage various types of tasks, including personal, work, and shopping tasks. The system should be capable of handling multiple tasks with different priorities, deadlines, and categories. Moreover, it should provide features for updating task details, deleting tasks, marking tasks as completed, and searching for tasks by category or deadline.</a:t>
            </a:r>
            <a:endParaRPr/>
          </a:p>
          <a:p>
            <a:pPr indent="-285750" lvl="0" marL="285750" rtl="0" algn="l">
              <a:spcBef>
                <a:spcPts val="1000"/>
              </a:spcBef>
              <a:spcAft>
                <a:spcPts val="0"/>
              </a:spcAft>
              <a:buSzPts val="1800"/>
              <a:buFont typeface="Arial"/>
              <a:buChar char="•"/>
            </a:pPr>
            <a:br>
              <a:rPr b="0" i="0" lang="en-US" sz="1800">
                <a:solidFill>
                  <a:schemeClr val="dk1"/>
                </a:solidFill>
                <a:latin typeface="Times New Roman"/>
                <a:ea typeface="Times New Roman"/>
                <a:cs typeface="Times New Roman"/>
                <a:sym typeface="Times New Roman"/>
              </a:rPr>
            </a:br>
            <a:r>
              <a:rPr b="0" i="0" lang="en-US" sz="1800">
                <a:solidFill>
                  <a:schemeClr val="dk1"/>
                </a:solidFill>
                <a:latin typeface="Times New Roman"/>
                <a:ea typeface="Times New Roman"/>
                <a:cs typeface="Times New Roman"/>
                <a:sym typeface="Times New Roman"/>
              </a:rPr>
              <a:t>The existing systems lack a user-friendly interface, robust exception handling, and secure data storage mechanisms. They also fail to provide a seamless user experience, making it difficult for users to manage their tasks effectively.</a:t>
            </a:r>
            <a:endParaRPr/>
          </a:p>
          <a:p>
            <a:pPr indent="0" lvl="0" marL="0" rtl="0" algn="l">
              <a:spcBef>
                <a:spcPts val="1000"/>
              </a:spcBef>
              <a:spcAft>
                <a:spcPts val="0"/>
              </a:spcAft>
              <a:buSzPts val="1800"/>
              <a:buNone/>
            </a:pPr>
            <a:r>
              <a:t/>
            </a:r>
            <a:endParaRPr b="0" i="0" sz="1800">
              <a:solidFill>
                <a:schemeClr val="dk1"/>
              </a:solidFill>
              <a:latin typeface="Times New Roman"/>
              <a:ea typeface="Times New Roman"/>
              <a:cs typeface="Times New Roman"/>
              <a:sym typeface="Times New Roman"/>
            </a:endParaRPr>
          </a:p>
          <a:p>
            <a:pPr indent="0" lvl="0" marL="0" rtl="0" algn="l">
              <a:spcBef>
                <a:spcPts val="1000"/>
              </a:spcBef>
              <a:spcAft>
                <a:spcPts val="0"/>
              </a:spcAft>
              <a:buSzPts val="1800"/>
              <a:buNone/>
            </a:pPr>
            <a:r>
              <a:t/>
            </a:r>
            <a:endParaRPr b="0" i="0" sz="1800">
              <a:solidFill>
                <a:schemeClr val="dk1"/>
              </a:solidFill>
              <a:latin typeface="Times New Roman"/>
              <a:ea typeface="Times New Roman"/>
              <a:cs typeface="Times New Roman"/>
              <a:sym typeface="Times New Roman"/>
            </a:endParaRPr>
          </a:p>
        </p:txBody>
      </p:sp>
      <p:cxnSp>
        <p:nvCxnSpPr>
          <p:cNvPr id="183" name="Google Shape;183;p2"/>
          <p:cNvCxnSpPr/>
          <p:nvPr/>
        </p:nvCxnSpPr>
        <p:spPr>
          <a:xfrm>
            <a:off x="7112561" y="1335250"/>
            <a:ext cx="0" cy="5078970"/>
          </a:xfrm>
          <a:prstGeom prst="straightConnector1">
            <a:avLst/>
          </a:prstGeom>
          <a:noFill/>
          <a:ln cap="rnd" cmpd="sng" w="9525">
            <a:solidFill>
              <a:srgbClr val="9D2D0F"/>
            </a:solidFill>
            <a:prstDash val="solid"/>
            <a:round/>
            <a:headEnd len="sm" w="sm" type="none"/>
            <a:tailEnd len="sm" w="sm" type="none"/>
          </a:ln>
        </p:spPr>
      </p:cxnSp>
      <p:sp>
        <p:nvSpPr>
          <p:cNvPr id="184" name="Google Shape;184;p2"/>
          <p:cNvSpPr txBox="1"/>
          <p:nvPr/>
        </p:nvSpPr>
        <p:spPr>
          <a:xfrm>
            <a:off x="7342693" y="874927"/>
            <a:ext cx="484930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1"/>
                </a:solidFill>
                <a:latin typeface="Times New Roman"/>
                <a:ea typeface="Times New Roman"/>
                <a:cs typeface="Times New Roman"/>
                <a:sym typeface="Times New Roman"/>
              </a:rPr>
              <a:t>Objective </a:t>
            </a:r>
            <a:endParaRPr b="1" sz="1800">
              <a:solidFill>
                <a:schemeClr val="dk1"/>
              </a:solidFill>
              <a:latin typeface="Century Gothic"/>
              <a:ea typeface="Century Gothic"/>
              <a:cs typeface="Century Gothic"/>
              <a:sym typeface="Century Gothic"/>
            </a:endParaRPr>
          </a:p>
        </p:txBody>
      </p:sp>
      <p:sp>
        <p:nvSpPr>
          <p:cNvPr id="185" name="Google Shape;185;p2"/>
          <p:cNvSpPr txBox="1"/>
          <p:nvPr/>
        </p:nvSpPr>
        <p:spPr>
          <a:xfrm>
            <a:off x="7415685" y="2045934"/>
            <a:ext cx="4656733" cy="43682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86" name="Google Shape;186;p2"/>
          <p:cNvSpPr txBox="1"/>
          <p:nvPr/>
        </p:nvSpPr>
        <p:spPr>
          <a:xfrm>
            <a:off x="7513105" y="1966046"/>
            <a:ext cx="4452220" cy="43682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87" name="Google Shape;187;p2"/>
          <p:cNvSpPr txBox="1"/>
          <p:nvPr/>
        </p:nvSpPr>
        <p:spPr>
          <a:xfrm>
            <a:off x="7513103" y="1773068"/>
            <a:ext cx="4452206"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Create and Manage Tasks:</a:t>
            </a:r>
            <a:r>
              <a:rPr lang="en-US" sz="1800">
                <a:solidFill>
                  <a:schemeClr val="dk1"/>
                </a:solidFill>
                <a:latin typeface="Times New Roman"/>
                <a:ea typeface="Times New Roman"/>
                <a:cs typeface="Times New Roman"/>
                <a:sym typeface="Times New Roman"/>
              </a:rPr>
              <a:t> The system should allow users to create, edit, and delete tasks, including personal, work, and shopping tasks.</a:t>
            </a:r>
            <a:endParaRPr/>
          </a:p>
          <a:p>
            <a:pPr indent="0" lvl="0" marL="0" marR="0" rtl="0" algn="l">
              <a:spcBef>
                <a:spcPts val="0"/>
              </a:spcBef>
              <a:spcAft>
                <a:spcPts val="0"/>
              </a:spcAft>
              <a:buNone/>
            </a:pPr>
            <a:br>
              <a:rPr lang="en-US" sz="1800">
                <a:solidFill>
                  <a:schemeClr val="dk1"/>
                </a:solidFill>
                <a:latin typeface="Times New Roman"/>
                <a:ea typeface="Times New Roman"/>
                <a:cs typeface="Times New Roman"/>
                <a:sym typeface="Times New Roman"/>
              </a:rPr>
            </a:br>
            <a:r>
              <a:rPr b="1" lang="en-US" sz="1800">
                <a:solidFill>
                  <a:schemeClr val="dk1"/>
                </a:solidFill>
                <a:latin typeface="Times New Roman"/>
                <a:ea typeface="Times New Roman"/>
                <a:cs typeface="Times New Roman"/>
                <a:sym typeface="Times New Roman"/>
              </a:rPr>
              <a:t>Organize and Track Tasks:</a:t>
            </a:r>
            <a:r>
              <a:rPr lang="en-US" sz="1800">
                <a:solidFill>
                  <a:schemeClr val="dk1"/>
                </a:solidFill>
                <a:latin typeface="Times New Roman"/>
                <a:ea typeface="Times New Roman"/>
                <a:cs typeface="Times New Roman"/>
                <a:sym typeface="Times New Roman"/>
              </a:rPr>
              <a:t> The system should provide a way to categorize, prioritize, and track task progress, making it easy for users to focus on the most important tasks.</a:t>
            </a:r>
            <a:endParaRPr/>
          </a:p>
          <a:p>
            <a:pPr indent="0" lvl="0" marL="0" marR="0" rtl="0" algn="l">
              <a:spcBef>
                <a:spcPts val="0"/>
              </a:spcBef>
              <a:spcAft>
                <a:spcPts val="0"/>
              </a:spcAft>
              <a:buNone/>
            </a:pPr>
            <a:br>
              <a:rPr lang="en-US" sz="1800">
                <a:solidFill>
                  <a:schemeClr val="dk1"/>
                </a:solidFill>
                <a:latin typeface="Times New Roman"/>
                <a:ea typeface="Times New Roman"/>
                <a:cs typeface="Times New Roman"/>
                <a:sym typeface="Times New Roman"/>
              </a:rPr>
            </a:br>
            <a:r>
              <a:rPr b="1" lang="en-US" sz="1800">
                <a:solidFill>
                  <a:schemeClr val="dk1"/>
                </a:solidFill>
                <a:latin typeface="Times New Roman"/>
                <a:ea typeface="Times New Roman"/>
                <a:cs typeface="Times New Roman"/>
                <a:sym typeface="Times New Roman"/>
              </a:rPr>
              <a:t>Provide Reminders and Notifications</a:t>
            </a:r>
            <a:r>
              <a:rPr lang="en-US" sz="1800">
                <a:solidFill>
                  <a:schemeClr val="dk1"/>
                </a:solidFill>
                <a:latin typeface="Times New Roman"/>
                <a:ea typeface="Times New Roman"/>
                <a:cs typeface="Times New Roman"/>
                <a:sym typeface="Times New Roman"/>
              </a:rPr>
              <a:t>: The system should provide reminders for upcoming deadlines and tasks, ensuring users stay on track and meet their commitments.</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
          <p:cNvSpPr txBox="1"/>
          <p:nvPr>
            <p:ph type="title"/>
          </p:nvPr>
        </p:nvSpPr>
        <p:spPr>
          <a:xfrm>
            <a:off x="2875173" y="88127"/>
            <a:ext cx="7777115" cy="694297"/>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Clr>
                <a:schemeClr val="dk1"/>
              </a:buClr>
              <a:buSzPts val="2800"/>
              <a:buFont typeface="Times New Roman"/>
              <a:buNone/>
            </a:pPr>
            <a:r>
              <a:rPr b="1" lang="en-US" sz="3200">
                <a:solidFill>
                  <a:schemeClr val="dk1"/>
                </a:solidFill>
                <a:latin typeface="Times New Roman"/>
                <a:ea typeface="Times New Roman"/>
                <a:cs typeface="Times New Roman"/>
                <a:sym typeface="Times New Roman"/>
              </a:rPr>
              <a:t>Use Case Study and Class Diagram</a:t>
            </a:r>
            <a:endParaRPr b="1" sz="3200">
              <a:solidFill>
                <a:schemeClr val="dk1"/>
              </a:solidFill>
              <a:latin typeface="Times New Roman"/>
              <a:ea typeface="Times New Roman"/>
              <a:cs typeface="Times New Roman"/>
              <a:sym typeface="Times New Roman"/>
            </a:endParaRPr>
          </a:p>
        </p:txBody>
      </p:sp>
      <p:pic>
        <p:nvPicPr>
          <p:cNvPr id="193" name="Google Shape;193;p3"/>
          <p:cNvPicPr preferRelativeResize="0"/>
          <p:nvPr/>
        </p:nvPicPr>
        <p:blipFill rotWithShape="1">
          <a:blip r:embed="rId3">
            <a:alphaModFix/>
          </a:blip>
          <a:srcRect b="0" l="0" r="0" t="0"/>
          <a:stretch/>
        </p:blipFill>
        <p:spPr>
          <a:xfrm>
            <a:off x="418998" y="940958"/>
            <a:ext cx="5395436" cy="5671943"/>
          </a:xfrm>
          <a:prstGeom prst="rect">
            <a:avLst/>
          </a:prstGeom>
          <a:noFill/>
          <a:ln>
            <a:noFill/>
          </a:ln>
        </p:spPr>
      </p:pic>
      <p:pic>
        <p:nvPicPr>
          <p:cNvPr id="194" name="Google Shape;194;p3"/>
          <p:cNvPicPr preferRelativeResize="0"/>
          <p:nvPr/>
        </p:nvPicPr>
        <p:blipFill rotWithShape="1">
          <a:blip r:embed="rId4">
            <a:alphaModFix/>
          </a:blip>
          <a:srcRect b="0" l="0" r="0" t="0"/>
          <a:stretch/>
        </p:blipFill>
        <p:spPr>
          <a:xfrm>
            <a:off x="6024728" y="1016000"/>
            <a:ext cx="5927126" cy="557876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4"/>
          <p:cNvSpPr txBox="1"/>
          <p:nvPr>
            <p:ph type="title"/>
          </p:nvPr>
        </p:nvSpPr>
        <p:spPr>
          <a:xfrm>
            <a:off x="2368296" y="844660"/>
            <a:ext cx="3945777" cy="90184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Font typeface="Times New Roman"/>
              <a:buNone/>
            </a:pPr>
            <a:r>
              <a:rPr b="1" lang="en-US" sz="2400">
                <a:solidFill>
                  <a:schemeClr val="dk1"/>
                </a:solidFill>
                <a:latin typeface="Times New Roman"/>
                <a:ea typeface="Times New Roman"/>
                <a:cs typeface="Times New Roman"/>
                <a:sym typeface="Times New Roman"/>
              </a:rPr>
              <a:t>Polymorphism and Dynamic Binding</a:t>
            </a:r>
            <a:endParaRPr b="1" sz="2400">
              <a:solidFill>
                <a:schemeClr val="dk1"/>
              </a:solidFill>
              <a:latin typeface="Times New Roman"/>
              <a:ea typeface="Times New Roman"/>
              <a:cs typeface="Times New Roman"/>
              <a:sym typeface="Times New Roman"/>
            </a:endParaRPr>
          </a:p>
        </p:txBody>
      </p:sp>
      <p:sp>
        <p:nvSpPr>
          <p:cNvPr id="200" name="Google Shape;200;p4"/>
          <p:cNvSpPr txBox="1"/>
          <p:nvPr>
            <p:ph idx="1" type="body"/>
          </p:nvPr>
        </p:nvSpPr>
        <p:spPr>
          <a:xfrm>
            <a:off x="2417084" y="1652380"/>
            <a:ext cx="3567805" cy="14431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t/>
            </a:r>
            <a:endParaRPr sz="16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600"/>
              <a:buNone/>
            </a:pPr>
            <a:r>
              <a:rPr lang="en-US" sz="1600">
                <a:solidFill>
                  <a:schemeClr val="dk1"/>
                </a:solidFill>
                <a:latin typeface="Times New Roman"/>
                <a:ea typeface="Times New Roman"/>
                <a:cs typeface="Times New Roman"/>
                <a:sym typeface="Times New Roman"/>
              </a:rPr>
              <a:t>	Virtual functions in the base class `Task` (e.g., `viewTaskDetails() that are overridden in the derived classes to provide task-specific details.</a:t>
            </a:r>
            <a:endParaRPr/>
          </a:p>
          <a:p>
            <a:pPr indent="-241300" lvl="0" marL="342900" rtl="0" algn="l">
              <a:spcBef>
                <a:spcPts val="1000"/>
              </a:spcBef>
              <a:spcAft>
                <a:spcPts val="0"/>
              </a:spcAft>
              <a:buSzPts val="1600"/>
              <a:buNone/>
            </a:pPr>
            <a:r>
              <a:t/>
            </a:r>
            <a:endParaRPr sz="1600">
              <a:solidFill>
                <a:schemeClr val="dk1"/>
              </a:solidFill>
              <a:latin typeface="Times New Roman"/>
              <a:ea typeface="Times New Roman"/>
              <a:cs typeface="Times New Roman"/>
              <a:sym typeface="Times New Roman"/>
            </a:endParaRPr>
          </a:p>
        </p:txBody>
      </p:sp>
      <p:sp>
        <p:nvSpPr>
          <p:cNvPr id="201" name="Google Shape;201;p4"/>
          <p:cNvSpPr txBox="1"/>
          <p:nvPr/>
        </p:nvSpPr>
        <p:spPr>
          <a:xfrm>
            <a:off x="7317799" y="1943195"/>
            <a:ext cx="2910284" cy="790578"/>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2400"/>
              <a:buFont typeface="Times New Roman"/>
              <a:buNone/>
            </a:pPr>
            <a:r>
              <a:rPr b="1" lang="en-US" sz="2400">
                <a:solidFill>
                  <a:schemeClr val="dk1"/>
                </a:solidFill>
                <a:latin typeface="Times New Roman"/>
                <a:ea typeface="Times New Roman"/>
                <a:cs typeface="Times New Roman"/>
                <a:sym typeface="Times New Roman"/>
              </a:rPr>
              <a:t>Input &amp; Output file</a:t>
            </a:r>
            <a:endParaRPr b="1" sz="2400">
              <a:solidFill>
                <a:schemeClr val="dk1"/>
              </a:solidFill>
              <a:latin typeface="Times New Roman"/>
              <a:ea typeface="Times New Roman"/>
              <a:cs typeface="Times New Roman"/>
              <a:sym typeface="Times New Roman"/>
            </a:endParaRPr>
          </a:p>
        </p:txBody>
      </p:sp>
      <p:sp>
        <p:nvSpPr>
          <p:cNvPr id="202" name="Google Shape;202;p4"/>
          <p:cNvSpPr txBox="1"/>
          <p:nvPr/>
        </p:nvSpPr>
        <p:spPr>
          <a:xfrm>
            <a:off x="6604380" y="2290672"/>
            <a:ext cx="5004812" cy="3129635"/>
          </a:xfrm>
          <a:prstGeom prst="rect">
            <a:avLst/>
          </a:prstGeom>
          <a:noFill/>
          <a:ln>
            <a:noFill/>
          </a:ln>
        </p:spPr>
        <p:txBody>
          <a:bodyPr anchorCtr="0" anchor="t" bIns="45700" lIns="91425" spcFirstLastPara="1" rIns="91425" wrap="square" tIns="45700">
            <a:normAutofit lnSpcReduction="10000"/>
          </a:bodyPr>
          <a:lstStyle/>
          <a:p>
            <a:pPr indent="0" lvl="0" marL="114300" marR="0" rtl="0" algn="l">
              <a:spcBef>
                <a:spcPts val="0"/>
              </a:spcBef>
              <a:spcAft>
                <a:spcPts val="0"/>
              </a:spcAft>
              <a:buClr>
                <a:schemeClr val="accent1"/>
              </a:buClr>
              <a:buSzPts val="1800"/>
              <a:buFont typeface="Noto Sans Symbols"/>
              <a:buNone/>
            </a:pPr>
            <a:r>
              <a:t/>
            </a:r>
            <a:endParaRPr sz="1800">
              <a:solidFill>
                <a:schemeClr val="dk1"/>
              </a:solidFill>
              <a:latin typeface="Times New Roman"/>
              <a:ea typeface="Times New Roman"/>
              <a:cs typeface="Times New Roman"/>
              <a:sym typeface="Times New Roman"/>
            </a:endParaRPr>
          </a:p>
          <a:p>
            <a:pPr indent="-285750" lvl="1" marL="742950" marR="0" rtl="0" algn="l">
              <a:spcBef>
                <a:spcPts val="1000"/>
              </a:spcBef>
              <a:spcAft>
                <a:spcPts val="0"/>
              </a:spcAft>
              <a:buClr>
                <a:schemeClr val="accent1"/>
              </a:buClr>
              <a:buSzPts val="1600"/>
              <a:buFont typeface="Noto Sans Symbols"/>
              <a:buChar char="🠶"/>
            </a:pPr>
            <a:r>
              <a:rPr b="1" i="0" lang="en-US" sz="1600" u="none" cap="none" strike="noStrike">
                <a:solidFill>
                  <a:schemeClr val="dk1"/>
                </a:solidFill>
                <a:latin typeface="Times New Roman"/>
                <a:ea typeface="Times New Roman"/>
                <a:cs typeface="Times New Roman"/>
                <a:sym typeface="Times New Roman"/>
              </a:rPr>
              <a:t>Input file: </a:t>
            </a:r>
            <a:r>
              <a:rPr b="0" i="0" lang="en-US" sz="1600" u="none" cap="none" strike="noStrike">
                <a:solidFill>
                  <a:schemeClr val="dk1"/>
                </a:solidFill>
                <a:latin typeface="Times New Roman"/>
                <a:ea typeface="Times New Roman"/>
                <a:cs typeface="Times New Roman"/>
                <a:sym typeface="Times New Roman"/>
              </a:rPr>
              <a:t>The </a:t>
            </a:r>
            <a:r>
              <a:rPr b="1" i="0" lang="en-US" sz="1600" u="none" cap="none" strike="noStrike">
                <a:solidFill>
                  <a:schemeClr val="dk1"/>
                </a:solidFill>
                <a:latin typeface="Times New Roman"/>
                <a:ea typeface="Times New Roman"/>
                <a:cs typeface="Times New Roman"/>
                <a:sym typeface="Times New Roman"/>
              </a:rPr>
              <a:t>loadTasksFromFile</a:t>
            </a:r>
            <a:r>
              <a:rPr b="0" i="0" lang="en-US" sz="1600" u="none" cap="none" strike="noStrike">
                <a:solidFill>
                  <a:schemeClr val="dk1"/>
                </a:solidFill>
                <a:latin typeface="Times New Roman"/>
                <a:ea typeface="Times New Roman"/>
                <a:cs typeface="Times New Roman"/>
                <a:sym typeface="Times New Roman"/>
              </a:rPr>
              <a:t> method reads tasks from a file specified by the filename parameter. The file is expected to be a text file with each line representing a task in a specific format.</a:t>
            </a:r>
            <a:endParaRPr/>
          </a:p>
          <a:p>
            <a:pPr indent="-184150" lvl="1" marL="742950" marR="0" rtl="0" algn="l">
              <a:spcBef>
                <a:spcPts val="1000"/>
              </a:spcBef>
              <a:spcAft>
                <a:spcPts val="0"/>
              </a:spcAft>
              <a:buClr>
                <a:schemeClr val="accent1"/>
              </a:buClr>
              <a:buSzPts val="1600"/>
              <a:buFont typeface="Noto Sans Symbols"/>
              <a:buNone/>
            </a:pPr>
            <a:r>
              <a:t/>
            </a:r>
            <a:endParaRPr b="1" i="0" sz="1600" u="none" cap="none" strike="noStrike">
              <a:solidFill>
                <a:schemeClr val="dk1"/>
              </a:solidFill>
              <a:latin typeface="Times New Roman"/>
              <a:ea typeface="Times New Roman"/>
              <a:cs typeface="Times New Roman"/>
              <a:sym typeface="Times New Roman"/>
            </a:endParaRPr>
          </a:p>
          <a:p>
            <a:pPr indent="-285750" lvl="1" marL="742950" marR="0" rtl="0" algn="l">
              <a:spcBef>
                <a:spcPts val="1000"/>
              </a:spcBef>
              <a:spcAft>
                <a:spcPts val="0"/>
              </a:spcAft>
              <a:buClr>
                <a:schemeClr val="accent1"/>
              </a:buClr>
              <a:buSzPts val="1600"/>
              <a:buFont typeface="Noto Sans Symbols"/>
              <a:buChar char="🠶"/>
            </a:pPr>
            <a:r>
              <a:rPr b="1" i="0" lang="en-US" sz="1600" u="none" cap="none" strike="noStrike">
                <a:solidFill>
                  <a:schemeClr val="dk1"/>
                </a:solidFill>
                <a:latin typeface="Times New Roman"/>
                <a:ea typeface="Times New Roman"/>
                <a:cs typeface="Times New Roman"/>
                <a:sym typeface="Times New Roman"/>
              </a:rPr>
              <a:t>Output file: </a:t>
            </a:r>
            <a:r>
              <a:rPr b="0" i="0" lang="en-US" sz="1600" u="none" cap="none" strike="noStrike">
                <a:solidFill>
                  <a:schemeClr val="dk1"/>
                </a:solidFill>
                <a:latin typeface="Times New Roman"/>
                <a:ea typeface="Times New Roman"/>
                <a:cs typeface="Times New Roman"/>
                <a:sym typeface="Times New Roman"/>
              </a:rPr>
              <a:t>The </a:t>
            </a:r>
            <a:r>
              <a:rPr b="1" i="0" lang="en-US" sz="1600" u="none" cap="none" strike="noStrike">
                <a:solidFill>
                  <a:schemeClr val="dk1"/>
                </a:solidFill>
                <a:latin typeface="Times New Roman"/>
                <a:ea typeface="Times New Roman"/>
                <a:cs typeface="Times New Roman"/>
                <a:sym typeface="Times New Roman"/>
              </a:rPr>
              <a:t>saveTasksToFile</a:t>
            </a:r>
            <a:r>
              <a:rPr b="0" i="0" lang="en-US" sz="1600" u="none" cap="none" strike="noStrike">
                <a:solidFill>
                  <a:schemeClr val="dk1"/>
                </a:solidFill>
                <a:latin typeface="Times New Roman"/>
                <a:ea typeface="Times New Roman"/>
                <a:cs typeface="Times New Roman"/>
                <a:sym typeface="Times New Roman"/>
              </a:rPr>
              <a:t> method writes tasks to a file specified by the filename parameter. The file is created or overwritten with the task data in a specific format.</a:t>
            </a:r>
            <a:endParaRPr b="0" i="0" sz="1600" u="none" cap="none" strike="noStrike">
              <a:solidFill>
                <a:schemeClr val="dk1"/>
              </a:solidFill>
              <a:latin typeface="Times New Roman"/>
              <a:ea typeface="Times New Roman"/>
              <a:cs typeface="Times New Roman"/>
              <a:sym typeface="Times New Roman"/>
            </a:endParaRPr>
          </a:p>
        </p:txBody>
      </p:sp>
      <p:sp>
        <p:nvSpPr>
          <p:cNvPr id="203" name="Google Shape;203;p4"/>
          <p:cNvSpPr txBox="1"/>
          <p:nvPr/>
        </p:nvSpPr>
        <p:spPr>
          <a:xfrm>
            <a:off x="2482018" y="3154292"/>
            <a:ext cx="2711302" cy="672897"/>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2200"/>
              <a:buFont typeface="Times New Roman"/>
              <a:buNone/>
            </a:pPr>
            <a:r>
              <a:rPr b="1" lang="en-US" sz="2200">
                <a:solidFill>
                  <a:schemeClr val="dk1"/>
                </a:solidFill>
                <a:latin typeface="Times New Roman"/>
                <a:ea typeface="Times New Roman"/>
                <a:cs typeface="Times New Roman"/>
                <a:sym typeface="Times New Roman"/>
              </a:rPr>
              <a:t>User interface</a:t>
            </a:r>
            <a:endParaRPr b="1" sz="2200">
              <a:solidFill>
                <a:schemeClr val="dk1"/>
              </a:solidFill>
              <a:latin typeface="Times New Roman"/>
              <a:ea typeface="Times New Roman"/>
              <a:cs typeface="Times New Roman"/>
              <a:sym typeface="Times New Roman"/>
            </a:endParaRPr>
          </a:p>
        </p:txBody>
      </p:sp>
      <p:sp>
        <p:nvSpPr>
          <p:cNvPr id="204" name="Google Shape;204;p4"/>
          <p:cNvSpPr txBox="1"/>
          <p:nvPr/>
        </p:nvSpPr>
        <p:spPr>
          <a:xfrm>
            <a:off x="2413234" y="3617673"/>
            <a:ext cx="4297802" cy="304698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1600"/>
              <a:buFont typeface="Noto Sans Symbols"/>
              <a:buNone/>
            </a:pPr>
            <a:r>
              <a:rPr lang="en-US" sz="1600">
                <a:solidFill>
                  <a:schemeClr val="dk1"/>
                </a:solidFill>
                <a:latin typeface="Times New Roman"/>
                <a:ea typeface="Times New Roman"/>
                <a:cs typeface="Times New Roman"/>
                <a:sym typeface="Times New Roman"/>
              </a:rPr>
              <a:t>Create an interactive user interface for managing tasks, allowing users to:</a:t>
            </a:r>
            <a:endParaRPr/>
          </a:p>
          <a:p>
            <a:pPr indent="0" lvl="0" marL="0" marR="0" rtl="0" algn="l">
              <a:spcBef>
                <a:spcPts val="0"/>
              </a:spcBef>
              <a:spcAft>
                <a:spcPts val="0"/>
              </a:spcAft>
              <a:buClr>
                <a:schemeClr val="accent1"/>
              </a:buClr>
              <a:buSzPts val="1600"/>
              <a:buFont typeface="Noto Sans Symbols"/>
              <a:buNone/>
            </a:pPr>
            <a:r>
              <a:t/>
            </a:r>
            <a:endParaRPr sz="1600">
              <a:solidFill>
                <a:schemeClr val="dk1"/>
              </a:solidFill>
              <a:latin typeface="Times New Roman"/>
              <a:ea typeface="Times New Roman"/>
              <a:cs typeface="Times New Roman"/>
              <a:sym typeface="Times New Roman"/>
            </a:endParaRPr>
          </a:p>
          <a:p>
            <a:pPr indent="0" lvl="0" marL="0" marR="0" rtl="0" algn="l">
              <a:spcBef>
                <a:spcPts val="0"/>
              </a:spcBef>
              <a:spcAft>
                <a:spcPts val="0"/>
              </a:spcAft>
              <a:buClr>
                <a:schemeClr val="accent1"/>
              </a:buClr>
              <a:buSzPts val="1600"/>
              <a:buFont typeface="Noto Sans Symbols"/>
              <a:buNone/>
            </a:pPr>
            <a:r>
              <a:rPr lang="en-US" sz="1600">
                <a:solidFill>
                  <a:schemeClr val="dk1"/>
                </a:solidFill>
                <a:latin typeface="Times New Roman"/>
                <a:ea typeface="Times New Roman"/>
                <a:cs typeface="Times New Roman"/>
                <a:sym typeface="Times New Roman"/>
              </a:rPr>
              <a:t>	+ Add new tasks.</a:t>
            </a:r>
            <a:endParaRPr/>
          </a:p>
          <a:p>
            <a:pPr indent="0" lvl="0" marL="0" marR="0" rtl="0" algn="l">
              <a:spcBef>
                <a:spcPts val="0"/>
              </a:spcBef>
              <a:spcAft>
                <a:spcPts val="0"/>
              </a:spcAft>
              <a:buClr>
                <a:schemeClr val="accent1"/>
              </a:buClr>
              <a:buSzPts val="1600"/>
              <a:buFont typeface="Noto Sans Symbols"/>
              <a:buNone/>
            </a:pPr>
            <a:r>
              <a:rPr lang="en-US" sz="1600">
                <a:solidFill>
                  <a:schemeClr val="dk1"/>
                </a:solidFill>
                <a:latin typeface="Times New Roman"/>
                <a:ea typeface="Times New Roman"/>
                <a:cs typeface="Times New Roman"/>
                <a:sym typeface="Times New Roman"/>
              </a:rPr>
              <a:t>	+ Update existing task details.</a:t>
            </a:r>
            <a:endParaRPr/>
          </a:p>
          <a:p>
            <a:pPr indent="0" lvl="0" marL="0" marR="0" rtl="0" algn="l">
              <a:spcBef>
                <a:spcPts val="0"/>
              </a:spcBef>
              <a:spcAft>
                <a:spcPts val="0"/>
              </a:spcAft>
              <a:buClr>
                <a:schemeClr val="accent1"/>
              </a:buClr>
              <a:buSzPts val="1600"/>
              <a:buFont typeface="Noto Sans Symbols"/>
              <a:buNone/>
            </a:pPr>
            <a:r>
              <a:rPr lang="en-US" sz="1600">
                <a:solidFill>
                  <a:schemeClr val="dk1"/>
                </a:solidFill>
                <a:latin typeface="Times New Roman"/>
                <a:ea typeface="Times New Roman"/>
                <a:cs typeface="Times New Roman"/>
                <a:sym typeface="Times New Roman"/>
              </a:rPr>
              <a:t>	+ Delete tasks.</a:t>
            </a:r>
            <a:endParaRPr/>
          </a:p>
          <a:p>
            <a:pPr indent="0" lvl="0" marL="0" marR="0" rtl="0" algn="l">
              <a:spcBef>
                <a:spcPts val="0"/>
              </a:spcBef>
              <a:spcAft>
                <a:spcPts val="0"/>
              </a:spcAft>
              <a:buClr>
                <a:schemeClr val="accent1"/>
              </a:buClr>
              <a:buSzPts val="1600"/>
              <a:buFont typeface="Noto Sans Symbols"/>
              <a:buNone/>
            </a:pPr>
            <a:r>
              <a:rPr lang="en-US" sz="1600">
                <a:solidFill>
                  <a:schemeClr val="dk1"/>
                </a:solidFill>
                <a:latin typeface="Times New Roman"/>
                <a:ea typeface="Times New Roman"/>
                <a:cs typeface="Times New Roman"/>
                <a:sym typeface="Times New Roman"/>
              </a:rPr>
              <a:t>	+ Mark tasks as completed.</a:t>
            </a:r>
            <a:endParaRPr/>
          </a:p>
          <a:p>
            <a:pPr indent="0" lvl="0" marL="0" marR="0" rtl="0" algn="l">
              <a:spcBef>
                <a:spcPts val="0"/>
              </a:spcBef>
              <a:spcAft>
                <a:spcPts val="0"/>
              </a:spcAft>
              <a:buClr>
                <a:schemeClr val="accent1"/>
              </a:buClr>
              <a:buSzPts val="1600"/>
              <a:buFont typeface="Noto Sans Symbols"/>
              <a:buNone/>
            </a:pPr>
            <a:r>
              <a:rPr lang="en-US" sz="1600">
                <a:solidFill>
                  <a:schemeClr val="dk1"/>
                </a:solidFill>
                <a:latin typeface="Times New Roman"/>
                <a:ea typeface="Times New Roman"/>
                <a:cs typeface="Times New Roman"/>
                <a:sym typeface="Times New Roman"/>
              </a:rPr>
              <a:t>	+ Search for tasks by category or deadline.</a:t>
            </a:r>
            <a:endParaRPr/>
          </a:p>
          <a:p>
            <a:pPr indent="0" lvl="0" marL="0" marR="0" rtl="0" algn="l">
              <a:spcBef>
                <a:spcPts val="0"/>
              </a:spcBef>
              <a:spcAft>
                <a:spcPts val="0"/>
              </a:spcAft>
              <a:buClr>
                <a:schemeClr val="accent1"/>
              </a:buClr>
              <a:buSzPts val="1600"/>
              <a:buFont typeface="Noto Sans Symbols"/>
              <a:buNone/>
            </a:pPr>
            <a:r>
              <a:rPr lang="en-US" sz="1600">
                <a:solidFill>
                  <a:schemeClr val="dk1"/>
                </a:solidFill>
                <a:latin typeface="Times New Roman"/>
                <a:ea typeface="Times New Roman"/>
                <a:cs typeface="Times New Roman"/>
                <a:sym typeface="Times New Roman"/>
              </a:rPr>
              <a:t>	+ View task details.</a:t>
            </a:r>
            <a:endParaRPr/>
          </a:p>
          <a:p>
            <a:pPr indent="-241300" lvl="0" marL="342900" marR="0" rtl="0" algn="l">
              <a:spcBef>
                <a:spcPts val="1000"/>
              </a:spcBef>
              <a:spcAft>
                <a:spcPts val="0"/>
              </a:spcAft>
              <a:buClr>
                <a:schemeClr val="accent1"/>
              </a:buClr>
              <a:buSzPts val="1600"/>
              <a:buFont typeface="Noto Sans Symbols"/>
              <a:buNone/>
            </a:pPr>
            <a:r>
              <a:t/>
            </a:r>
            <a:endParaRPr sz="1600">
              <a:solidFill>
                <a:schemeClr val="dk1"/>
              </a:solidFill>
              <a:latin typeface="Times New Roman"/>
              <a:ea typeface="Times New Roman"/>
              <a:cs typeface="Times New Roman"/>
              <a:sym typeface="Times New Roman"/>
            </a:endParaRPr>
          </a:p>
        </p:txBody>
      </p:sp>
      <p:cxnSp>
        <p:nvCxnSpPr>
          <p:cNvPr id="205" name="Google Shape;205;p4"/>
          <p:cNvCxnSpPr/>
          <p:nvPr/>
        </p:nvCxnSpPr>
        <p:spPr>
          <a:xfrm>
            <a:off x="6830568" y="612648"/>
            <a:ext cx="0" cy="5614416"/>
          </a:xfrm>
          <a:prstGeom prst="straightConnector1">
            <a:avLst/>
          </a:prstGeom>
          <a:noFill/>
          <a:ln cap="rnd" cmpd="sng" w="9525">
            <a:solidFill>
              <a:srgbClr val="9D2D0F"/>
            </a:solidFill>
            <a:prstDash val="solid"/>
            <a:round/>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5"/>
          <p:cNvSpPr txBox="1"/>
          <p:nvPr>
            <p:ph type="title"/>
          </p:nvPr>
        </p:nvSpPr>
        <p:spPr>
          <a:xfrm>
            <a:off x="5299549" y="84614"/>
            <a:ext cx="2509427" cy="720058"/>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Times New Roman"/>
              <a:buNone/>
            </a:pPr>
            <a:r>
              <a:rPr b="1" lang="en-US">
                <a:latin typeface="Times New Roman"/>
                <a:ea typeface="Times New Roman"/>
                <a:cs typeface="Times New Roman"/>
                <a:sym typeface="Times New Roman"/>
              </a:rPr>
              <a:t>Exception</a:t>
            </a:r>
            <a:endParaRPr/>
          </a:p>
        </p:txBody>
      </p:sp>
      <p:sp>
        <p:nvSpPr>
          <p:cNvPr id="212" name="Google Shape;212;p5"/>
          <p:cNvSpPr txBox="1"/>
          <p:nvPr>
            <p:ph idx="1" type="body"/>
          </p:nvPr>
        </p:nvSpPr>
        <p:spPr>
          <a:xfrm>
            <a:off x="1702244" y="990600"/>
            <a:ext cx="4735132" cy="4312920"/>
          </a:xfrm>
          <a:prstGeom prst="rect">
            <a:avLst/>
          </a:prstGeom>
          <a:noFill/>
          <a:ln>
            <a:noFill/>
          </a:ln>
        </p:spPr>
        <p:txBody>
          <a:bodyPr anchorCtr="0" anchor="t" bIns="45700" lIns="91425" spcFirstLastPara="1" rIns="91425" wrap="square" tIns="45700">
            <a:noAutofit/>
          </a:bodyPr>
          <a:lstStyle/>
          <a:p>
            <a:pPr indent="-285750" lvl="0" marL="400050" rtl="0" algn="l">
              <a:spcBef>
                <a:spcPts val="0"/>
              </a:spcBef>
              <a:spcAft>
                <a:spcPts val="0"/>
              </a:spcAft>
              <a:buSzPts val="1400"/>
              <a:buFont typeface="Noto Sans Symbols"/>
              <a:buChar char="❖"/>
            </a:pPr>
            <a:r>
              <a:rPr lang="en-US" sz="1400">
                <a:solidFill>
                  <a:schemeClr val="dk1"/>
                </a:solidFill>
                <a:latin typeface="Times New Roman"/>
                <a:ea typeface="Times New Roman"/>
                <a:cs typeface="Times New Roman"/>
                <a:sym typeface="Times New Roman"/>
              </a:rPr>
              <a:t>In the updateTask method of the TaskManager class:</a:t>
            </a:r>
            <a:br>
              <a:rPr lang="en-US" sz="1400">
                <a:solidFill>
                  <a:schemeClr val="dk1"/>
                </a:solidFill>
                <a:latin typeface="Times New Roman"/>
                <a:ea typeface="Times New Roman"/>
                <a:cs typeface="Times New Roman"/>
                <a:sym typeface="Times New Roman"/>
              </a:rPr>
            </a:br>
            <a:r>
              <a:rPr lang="en-US" sz="1400">
                <a:solidFill>
                  <a:schemeClr val="dk1"/>
                </a:solidFill>
                <a:latin typeface="Times New Roman"/>
                <a:ea typeface="Times New Roman"/>
                <a:cs typeface="Times New Roman"/>
                <a:sym typeface="Times New Roman"/>
              </a:rPr>
              <a:t>void updateTask(string name, int priority, string deadline) {</a:t>
            </a:r>
            <a:endParaRPr/>
          </a:p>
          <a:p>
            <a:pPr indent="0" lvl="0" marL="114300" rtl="0" algn="l">
              <a:spcBef>
                <a:spcPts val="1000"/>
              </a:spcBef>
              <a:spcAft>
                <a:spcPts val="0"/>
              </a:spcAft>
              <a:buSzPts val="1400"/>
              <a:buNone/>
            </a:pPr>
            <a:r>
              <a:rPr lang="en-US" sz="1400">
                <a:solidFill>
                  <a:schemeClr val="dk1"/>
                </a:solidFill>
                <a:latin typeface="Times New Roman"/>
                <a:ea typeface="Times New Roman"/>
                <a:cs typeface="Times New Roman"/>
                <a:sym typeface="Times New Roman"/>
              </a:rPr>
              <a:t>    for (auto&amp; task : tasks) {</a:t>
            </a:r>
            <a:endParaRPr/>
          </a:p>
          <a:p>
            <a:pPr indent="0" lvl="0" marL="114300" rtl="0" algn="l">
              <a:spcBef>
                <a:spcPts val="1000"/>
              </a:spcBef>
              <a:spcAft>
                <a:spcPts val="0"/>
              </a:spcAft>
              <a:buSzPts val="1400"/>
              <a:buNone/>
            </a:pPr>
            <a:r>
              <a:rPr lang="en-US" sz="1400">
                <a:solidFill>
                  <a:schemeClr val="dk1"/>
                </a:solidFill>
                <a:latin typeface="Times New Roman"/>
                <a:ea typeface="Times New Roman"/>
                <a:cs typeface="Times New Roman"/>
                <a:sym typeface="Times New Roman"/>
              </a:rPr>
              <a:t>        if (task-&gt;getName() == name) {</a:t>
            </a:r>
            <a:endParaRPr/>
          </a:p>
          <a:p>
            <a:pPr indent="0" lvl="0" marL="114300" rtl="0" algn="l">
              <a:spcBef>
                <a:spcPts val="1000"/>
              </a:spcBef>
              <a:spcAft>
                <a:spcPts val="0"/>
              </a:spcAft>
              <a:buSzPts val="1400"/>
              <a:buNone/>
            </a:pPr>
            <a:r>
              <a:rPr lang="en-US" sz="1400">
                <a:solidFill>
                  <a:schemeClr val="dk1"/>
                </a:solidFill>
                <a:latin typeface="Times New Roman"/>
                <a:ea typeface="Times New Roman"/>
                <a:cs typeface="Times New Roman"/>
                <a:sym typeface="Times New Roman"/>
              </a:rPr>
              <a:t>            task-&gt;setPriority(priority);</a:t>
            </a:r>
            <a:endParaRPr/>
          </a:p>
          <a:p>
            <a:pPr indent="0" lvl="0" marL="114300" rtl="0" algn="l">
              <a:spcBef>
                <a:spcPts val="1000"/>
              </a:spcBef>
              <a:spcAft>
                <a:spcPts val="0"/>
              </a:spcAft>
              <a:buSzPts val="1400"/>
              <a:buNone/>
            </a:pPr>
            <a:r>
              <a:rPr lang="en-US" sz="1400">
                <a:solidFill>
                  <a:schemeClr val="dk1"/>
                </a:solidFill>
                <a:latin typeface="Times New Roman"/>
                <a:ea typeface="Times New Roman"/>
                <a:cs typeface="Times New Roman"/>
                <a:sym typeface="Times New Roman"/>
              </a:rPr>
              <a:t>            task-&gt;setDeadline(deadline);</a:t>
            </a:r>
            <a:endParaRPr/>
          </a:p>
          <a:p>
            <a:pPr indent="0" lvl="0" marL="114300" rtl="0" algn="l">
              <a:spcBef>
                <a:spcPts val="1000"/>
              </a:spcBef>
              <a:spcAft>
                <a:spcPts val="0"/>
              </a:spcAft>
              <a:buSzPts val="1400"/>
              <a:buNone/>
            </a:pPr>
            <a:r>
              <a:rPr lang="en-US" sz="1400">
                <a:solidFill>
                  <a:schemeClr val="dk1"/>
                </a:solidFill>
                <a:latin typeface="Times New Roman"/>
                <a:ea typeface="Times New Roman"/>
                <a:cs typeface="Times New Roman"/>
                <a:sym typeface="Times New Roman"/>
              </a:rPr>
              <a:t>            return;</a:t>
            </a:r>
            <a:endParaRPr/>
          </a:p>
          <a:p>
            <a:pPr indent="0" lvl="0" marL="114300" rtl="0" algn="l">
              <a:spcBef>
                <a:spcPts val="1000"/>
              </a:spcBef>
              <a:spcAft>
                <a:spcPts val="0"/>
              </a:spcAft>
              <a:buSzPts val="1400"/>
              <a:buNone/>
            </a:pPr>
            <a:r>
              <a:rPr lang="en-US" sz="1400">
                <a:solidFill>
                  <a:schemeClr val="dk1"/>
                </a:solidFill>
                <a:latin typeface="Times New Roman"/>
                <a:ea typeface="Times New Roman"/>
                <a:cs typeface="Times New Roman"/>
                <a:sym typeface="Times New Roman"/>
              </a:rPr>
              <a:t>        }</a:t>
            </a:r>
            <a:endParaRPr/>
          </a:p>
          <a:p>
            <a:pPr indent="0" lvl="0" marL="114300" rtl="0" algn="l">
              <a:spcBef>
                <a:spcPts val="1000"/>
              </a:spcBef>
              <a:spcAft>
                <a:spcPts val="0"/>
              </a:spcAft>
              <a:buSzPts val="1400"/>
              <a:buNone/>
            </a:pPr>
            <a:r>
              <a:rPr lang="en-US" sz="1400">
                <a:solidFill>
                  <a:schemeClr val="dk1"/>
                </a:solidFill>
                <a:latin typeface="Times New Roman"/>
                <a:ea typeface="Times New Roman"/>
                <a:cs typeface="Times New Roman"/>
                <a:sym typeface="Times New Roman"/>
              </a:rPr>
              <a:t>    }</a:t>
            </a:r>
            <a:endParaRPr/>
          </a:p>
          <a:p>
            <a:pPr indent="0" lvl="0" marL="114300" rtl="0" algn="l">
              <a:spcBef>
                <a:spcPts val="1000"/>
              </a:spcBef>
              <a:spcAft>
                <a:spcPts val="0"/>
              </a:spcAft>
              <a:buSzPts val="1400"/>
              <a:buNone/>
            </a:pPr>
            <a:r>
              <a:rPr lang="en-US" sz="1400">
                <a:solidFill>
                  <a:schemeClr val="dk1"/>
                </a:solidFill>
                <a:latin typeface="Times New Roman"/>
                <a:ea typeface="Times New Roman"/>
                <a:cs typeface="Times New Roman"/>
                <a:sym typeface="Times New Roman"/>
              </a:rPr>
              <a:t>    throw runtime_error("Task not found");</a:t>
            </a:r>
            <a:endParaRPr/>
          </a:p>
          <a:p>
            <a:pPr indent="0" lvl="0" marL="114300" rtl="0" algn="l">
              <a:spcBef>
                <a:spcPts val="1000"/>
              </a:spcBef>
              <a:spcAft>
                <a:spcPts val="0"/>
              </a:spcAft>
              <a:buSzPts val="1400"/>
              <a:buNone/>
            </a:pPr>
            <a:r>
              <a:rPr lang="en-US" sz="1400">
                <a:solidFill>
                  <a:schemeClr val="dk1"/>
                </a:solidFill>
                <a:latin typeface="Times New Roman"/>
                <a:ea typeface="Times New Roman"/>
                <a:cs typeface="Times New Roman"/>
                <a:sym typeface="Times New Roman"/>
              </a:rPr>
              <a:t>}</a:t>
            </a:r>
            <a:endParaRPr/>
          </a:p>
          <a:p>
            <a:pPr indent="0" lvl="0" marL="114300" rtl="0" algn="l">
              <a:spcBef>
                <a:spcPts val="1000"/>
              </a:spcBef>
              <a:spcAft>
                <a:spcPts val="0"/>
              </a:spcAft>
              <a:buSzPts val="1400"/>
              <a:buNone/>
            </a:pPr>
            <a:r>
              <a:rPr b="1" lang="en-US" sz="1400">
                <a:solidFill>
                  <a:schemeClr val="dk1"/>
                </a:solidFill>
                <a:latin typeface="Times New Roman"/>
                <a:ea typeface="Times New Roman"/>
                <a:cs typeface="Times New Roman"/>
                <a:sym typeface="Times New Roman"/>
              </a:rPr>
              <a:t>//Here, you throw a runtime_error exception if the task with the given name is not found.</a:t>
            </a:r>
            <a:endParaRPr b="1" sz="1400">
              <a:solidFill>
                <a:schemeClr val="dk1"/>
              </a:solidFill>
              <a:latin typeface="Times New Roman"/>
              <a:ea typeface="Times New Roman"/>
              <a:cs typeface="Times New Roman"/>
              <a:sym typeface="Times New Roman"/>
            </a:endParaRPr>
          </a:p>
          <a:p>
            <a:pPr indent="0" lvl="0" marL="114300" rtl="0" algn="l">
              <a:spcBef>
                <a:spcPts val="1000"/>
              </a:spcBef>
              <a:spcAft>
                <a:spcPts val="0"/>
              </a:spcAft>
              <a:buSzPts val="1400"/>
              <a:buNone/>
            </a:pPr>
            <a:r>
              <a:t/>
            </a:r>
            <a:endParaRPr sz="1400">
              <a:solidFill>
                <a:schemeClr val="dk1"/>
              </a:solidFill>
              <a:latin typeface="Times New Roman"/>
              <a:ea typeface="Times New Roman"/>
              <a:cs typeface="Times New Roman"/>
              <a:sym typeface="Times New Roman"/>
            </a:endParaRPr>
          </a:p>
          <a:p>
            <a:pPr indent="0" lvl="0" marL="0" rtl="0" algn="l">
              <a:spcBef>
                <a:spcPts val="1000"/>
              </a:spcBef>
              <a:spcAft>
                <a:spcPts val="0"/>
              </a:spcAft>
              <a:buSzPts val="1400"/>
              <a:buNone/>
            </a:pPr>
            <a:r>
              <a:t/>
            </a:r>
            <a:endParaRPr sz="1400">
              <a:solidFill>
                <a:schemeClr val="dk1"/>
              </a:solidFill>
              <a:latin typeface="Times New Roman"/>
              <a:ea typeface="Times New Roman"/>
              <a:cs typeface="Times New Roman"/>
              <a:sym typeface="Times New Roman"/>
            </a:endParaRPr>
          </a:p>
        </p:txBody>
      </p:sp>
      <p:sp>
        <p:nvSpPr>
          <p:cNvPr id="213" name="Google Shape;213;p5"/>
          <p:cNvSpPr txBox="1"/>
          <p:nvPr/>
        </p:nvSpPr>
        <p:spPr>
          <a:xfrm>
            <a:off x="6812280" y="987552"/>
            <a:ext cx="5175504" cy="5970865"/>
          </a:xfrm>
          <a:prstGeom prst="rect">
            <a:avLst/>
          </a:prstGeom>
          <a:noFill/>
          <a:ln>
            <a:noFill/>
          </a:ln>
        </p:spPr>
        <p:txBody>
          <a:bodyPr anchorCtr="0" anchor="t" bIns="45700" lIns="91425" spcFirstLastPara="1" rIns="91425" wrap="square" tIns="45700">
            <a:spAutoFit/>
          </a:bodyPr>
          <a:lstStyle/>
          <a:p>
            <a:pPr indent="-285750" lvl="0" marL="400050" marR="0" rtl="0" algn="l">
              <a:spcBef>
                <a:spcPts val="0"/>
              </a:spcBef>
              <a:spcAft>
                <a:spcPts val="0"/>
              </a:spcAft>
              <a:buClr>
                <a:schemeClr val="dk1"/>
              </a:buClr>
              <a:buSzPts val="1400"/>
              <a:buFont typeface="Noto Sans Symbols"/>
              <a:buChar char="❖"/>
            </a:pPr>
            <a:r>
              <a:rPr lang="en-US" sz="1400">
                <a:solidFill>
                  <a:schemeClr val="dk1"/>
                </a:solidFill>
                <a:latin typeface="Times New Roman"/>
                <a:ea typeface="Times New Roman"/>
                <a:cs typeface="Times New Roman"/>
                <a:sym typeface="Times New Roman"/>
              </a:rPr>
              <a:t>In the deleteTask method of the TaskManager class:</a:t>
            </a:r>
            <a:endParaRPr/>
          </a:p>
          <a:p>
            <a:pPr indent="0" lvl="0" marL="114300" marR="0" rtl="0" algn="l">
              <a:spcBef>
                <a:spcPts val="0"/>
              </a:spcBef>
              <a:spcAft>
                <a:spcPts val="0"/>
              </a:spcAft>
              <a:buClr>
                <a:schemeClr val="dk1"/>
              </a:buClr>
              <a:buSzPts val="1400"/>
              <a:buFont typeface="Century Gothic"/>
              <a:buNone/>
            </a:pPr>
            <a:r>
              <a:t/>
            </a:r>
            <a:endParaRPr sz="1400">
              <a:solidFill>
                <a:schemeClr val="dk1"/>
              </a:solidFill>
              <a:latin typeface="Times New Roman"/>
              <a:ea typeface="Times New Roman"/>
              <a:cs typeface="Times New Roman"/>
              <a:sym typeface="Times New Roman"/>
            </a:endParaRPr>
          </a:p>
          <a:p>
            <a:pPr indent="0" lvl="0" marL="11430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void deleteTask(string name) {</a:t>
            </a:r>
            <a:endParaRPr/>
          </a:p>
          <a:p>
            <a:pPr indent="0" lvl="0" marL="11430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    for (auto it = tasks.begin(); it!= tasks.end(); ++it) {</a:t>
            </a:r>
            <a:endParaRPr/>
          </a:p>
          <a:p>
            <a:pPr indent="0" lvl="0" marL="11430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        if ((*it)-&gt;getName() == name) {</a:t>
            </a:r>
            <a:endParaRPr/>
          </a:p>
          <a:p>
            <a:pPr indent="0" lvl="0" marL="11430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            delete *it; // Free memory of the task being deleted</a:t>
            </a:r>
            <a:endParaRPr/>
          </a:p>
          <a:p>
            <a:pPr indent="0" lvl="0" marL="11430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            tasks.erase(it);</a:t>
            </a:r>
            <a:endParaRPr/>
          </a:p>
          <a:p>
            <a:pPr indent="0" lvl="0" marL="11430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            return;</a:t>
            </a:r>
            <a:endParaRPr/>
          </a:p>
          <a:p>
            <a:pPr indent="0" lvl="0" marL="11430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        }</a:t>
            </a:r>
            <a:endParaRPr/>
          </a:p>
          <a:p>
            <a:pPr indent="0" lvl="0" marL="11430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    }</a:t>
            </a:r>
            <a:endParaRPr/>
          </a:p>
          <a:p>
            <a:pPr indent="0" lvl="0" marL="11430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    throw runtime_error("Task not found");</a:t>
            </a:r>
            <a:endParaRPr/>
          </a:p>
          <a:p>
            <a:pPr indent="0" lvl="0" marL="114300" marR="0" rtl="0" algn="l">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a:t>
            </a:r>
            <a:endParaRPr/>
          </a:p>
          <a:p>
            <a:pPr indent="0" lvl="0" marL="114300" marR="0" rtl="0" algn="l">
              <a:spcBef>
                <a:spcPts val="0"/>
              </a:spcBef>
              <a:spcAft>
                <a:spcPts val="0"/>
              </a:spcAft>
              <a:buClr>
                <a:schemeClr val="dk1"/>
              </a:buClr>
              <a:buSzPts val="1400"/>
              <a:buFont typeface="Times New Roman"/>
              <a:buNone/>
            </a:pPr>
            <a:r>
              <a:rPr b="1" lang="en-US" sz="1400">
                <a:solidFill>
                  <a:schemeClr val="dk1"/>
                </a:solidFill>
                <a:latin typeface="Times New Roman"/>
                <a:ea typeface="Times New Roman"/>
                <a:cs typeface="Times New Roman"/>
                <a:sym typeface="Times New Roman"/>
              </a:rPr>
              <a:t>//throw a runtime_error exception if the task with the given name is not found.</a:t>
            </a:r>
            <a:endParaRPr/>
          </a:p>
          <a:p>
            <a:pPr indent="0" lvl="0" marL="114300" marR="0" rtl="0" algn="l">
              <a:spcBef>
                <a:spcPts val="0"/>
              </a:spcBef>
              <a:spcAft>
                <a:spcPts val="0"/>
              </a:spcAft>
              <a:buClr>
                <a:schemeClr val="dk1"/>
              </a:buClr>
              <a:buSzPts val="1400"/>
              <a:buFont typeface="Century Gothic"/>
              <a:buNone/>
            </a:pPr>
            <a:r>
              <a:t/>
            </a:r>
            <a:endParaRPr b="1" sz="1400">
              <a:solidFill>
                <a:schemeClr val="dk1"/>
              </a:solidFill>
              <a:latin typeface="Times New Roman"/>
              <a:ea typeface="Times New Roman"/>
              <a:cs typeface="Times New Roman"/>
              <a:sym typeface="Times New Roman"/>
            </a:endParaRPr>
          </a:p>
          <a:p>
            <a:pPr indent="-171450" lvl="0" marL="285750" marR="0" rtl="0" algn="l">
              <a:spcBef>
                <a:spcPts val="0"/>
              </a:spcBef>
              <a:spcAft>
                <a:spcPts val="0"/>
              </a:spcAft>
              <a:buClr>
                <a:schemeClr val="dk1"/>
              </a:buClr>
              <a:buSzPts val="1200"/>
              <a:buFont typeface="Noto Sans Symbols"/>
              <a:buChar char="❖"/>
            </a:pPr>
            <a:r>
              <a:rPr lang="en-US" sz="1200">
                <a:solidFill>
                  <a:schemeClr val="dk1"/>
                </a:solidFill>
                <a:latin typeface="Times New Roman"/>
                <a:ea typeface="Times New Roman"/>
                <a:cs typeface="Times New Roman"/>
                <a:sym typeface="Times New Roman"/>
              </a:rPr>
              <a:t> In the viewTaskDetails method of the TaskManager class</a:t>
            </a:r>
            <a:endParaRPr/>
          </a:p>
          <a:p>
            <a:pPr indent="0" lvl="0" marL="114300" marR="0" rtl="0" algn="l">
              <a:spcBef>
                <a:spcPts val="0"/>
              </a:spcBef>
              <a:spcAft>
                <a:spcPts val="0"/>
              </a:spcAft>
              <a:buClr>
                <a:schemeClr val="dk1"/>
              </a:buClr>
              <a:buSzPts val="1200"/>
              <a:buFont typeface="Century Gothic"/>
              <a:buNone/>
            </a:pPr>
            <a:r>
              <a:t/>
            </a:r>
            <a:endParaRPr sz="1200">
              <a:solidFill>
                <a:schemeClr val="dk1"/>
              </a:solidFill>
              <a:latin typeface="Times New Roman"/>
              <a:ea typeface="Times New Roman"/>
              <a:cs typeface="Times New Roman"/>
              <a:sym typeface="Times New Roman"/>
            </a:endParaRPr>
          </a:p>
          <a:p>
            <a:pPr indent="0" lvl="0" marL="114300" marR="0" rtl="0" algn="l">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void saveTasksToFile(const string&amp; filename) {</a:t>
            </a:r>
            <a:endParaRPr/>
          </a:p>
          <a:p>
            <a:pPr indent="0" lvl="0" marL="114300" marR="0" rtl="0" algn="l">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    ofstream file(filename);</a:t>
            </a:r>
            <a:endParaRPr/>
          </a:p>
          <a:p>
            <a:pPr indent="0" lvl="0" marL="114300" marR="0" rtl="0" algn="l">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    if (!file) {</a:t>
            </a:r>
            <a:endParaRPr/>
          </a:p>
          <a:p>
            <a:pPr indent="0" lvl="0" marL="114300" marR="0" rtl="0" algn="l">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        throw runtime_error("Failed to open file for writing");</a:t>
            </a:r>
            <a:endParaRPr/>
          </a:p>
          <a:p>
            <a:pPr indent="0" lvl="0" marL="114300" marR="0" rtl="0" algn="l">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    }</a:t>
            </a:r>
            <a:endParaRPr/>
          </a:p>
          <a:p>
            <a:pPr indent="0" lvl="0" marL="114300" marR="0" rtl="0" algn="l">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    //...</a:t>
            </a:r>
            <a:endParaRPr/>
          </a:p>
          <a:p>
            <a:pPr indent="0" lvl="0" marL="114300" marR="0" rtl="0" algn="l">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a:t>
            </a:r>
            <a:endParaRPr/>
          </a:p>
          <a:p>
            <a:pPr indent="0" lvl="0" marL="114300" marR="0" rtl="0" algn="l">
              <a:spcBef>
                <a:spcPts val="0"/>
              </a:spcBef>
              <a:spcAft>
                <a:spcPts val="0"/>
              </a:spcAft>
              <a:buClr>
                <a:schemeClr val="dk1"/>
              </a:buClr>
              <a:buSzPts val="1200"/>
              <a:buFont typeface="Century Gothic"/>
              <a:buNone/>
            </a:pPr>
            <a:r>
              <a:t/>
            </a:r>
            <a:endParaRPr sz="1200">
              <a:solidFill>
                <a:schemeClr val="dk1"/>
              </a:solidFill>
              <a:latin typeface="Times New Roman"/>
              <a:ea typeface="Times New Roman"/>
              <a:cs typeface="Times New Roman"/>
              <a:sym typeface="Times New Roman"/>
            </a:endParaRPr>
          </a:p>
          <a:p>
            <a:pPr indent="0" lvl="0" marL="114300" marR="0" rtl="0" algn="l">
              <a:spcBef>
                <a:spcPts val="0"/>
              </a:spcBef>
              <a:spcAft>
                <a:spcPts val="0"/>
              </a:spcAft>
              <a:buClr>
                <a:schemeClr val="dk1"/>
              </a:buClr>
              <a:buSzPts val="1200"/>
              <a:buFont typeface="Times New Roman"/>
              <a:buNone/>
            </a:pPr>
            <a:r>
              <a:rPr b="1" lang="en-US" sz="1200">
                <a:solidFill>
                  <a:schemeClr val="dk1"/>
                </a:solidFill>
                <a:latin typeface="Times New Roman"/>
                <a:ea typeface="Times New Roman"/>
                <a:cs typeface="Times New Roman"/>
                <a:sym typeface="Times New Roman"/>
              </a:rPr>
              <a:t>throw a runtime_error exception if the task with the given name is not found.</a:t>
            </a:r>
            <a:endParaRPr b="1" sz="1200">
              <a:solidFill>
                <a:schemeClr val="dk1"/>
              </a:solidFill>
              <a:latin typeface="Times New Roman"/>
              <a:ea typeface="Times New Roman"/>
              <a:cs typeface="Times New Roman"/>
              <a:sym typeface="Times New Roman"/>
            </a:endParaRPr>
          </a:p>
          <a:p>
            <a:pPr indent="0" lvl="0" marL="114300" marR="0" rtl="0" algn="l">
              <a:spcBef>
                <a:spcPts val="0"/>
              </a:spcBef>
              <a:spcAft>
                <a:spcPts val="0"/>
              </a:spcAft>
              <a:buClr>
                <a:schemeClr val="dk1"/>
              </a:buClr>
              <a:buSzPts val="1400"/>
              <a:buFont typeface="Century Gothic"/>
              <a:buNone/>
            </a:pPr>
            <a:r>
              <a:t/>
            </a:r>
            <a:endParaRPr b="1" sz="1400">
              <a:solidFill>
                <a:schemeClr val="dk1"/>
              </a:solidFill>
              <a:latin typeface="Times New Roman"/>
              <a:ea typeface="Times New Roman"/>
              <a:cs typeface="Times New Roman"/>
              <a:sym typeface="Times New Roman"/>
            </a:endParaRPr>
          </a:p>
        </p:txBody>
      </p:sp>
      <p:cxnSp>
        <p:nvCxnSpPr>
          <p:cNvPr id="214" name="Google Shape;214;p5"/>
          <p:cNvCxnSpPr/>
          <p:nvPr/>
        </p:nvCxnSpPr>
        <p:spPr>
          <a:xfrm>
            <a:off x="6519672" y="941832"/>
            <a:ext cx="0" cy="5733288"/>
          </a:xfrm>
          <a:prstGeom prst="straightConnector1">
            <a:avLst/>
          </a:prstGeom>
          <a:noFill/>
          <a:ln cap="rnd" cmpd="sng" w="9525">
            <a:solidFill>
              <a:srgbClr val="9D2D0F"/>
            </a:solidFill>
            <a:prstDash val="solid"/>
            <a:round/>
            <a:headEnd len="sm" w="sm" type="none"/>
            <a:tailEnd len="sm" w="sm" type="none"/>
          </a:ln>
        </p:spPr>
      </p:cxnSp>
      <p:cxnSp>
        <p:nvCxnSpPr>
          <p:cNvPr id="215" name="Google Shape;215;p5"/>
          <p:cNvCxnSpPr/>
          <p:nvPr/>
        </p:nvCxnSpPr>
        <p:spPr>
          <a:xfrm>
            <a:off x="6775704" y="4133088"/>
            <a:ext cx="5166360" cy="0"/>
          </a:xfrm>
          <a:prstGeom prst="straightConnector1">
            <a:avLst/>
          </a:prstGeom>
          <a:noFill/>
          <a:ln cap="rnd" cmpd="sng" w="9525">
            <a:solidFill>
              <a:srgbClr val="9D2D0F"/>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6"/>
          <p:cNvSpPr txBox="1"/>
          <p:nvPr>
            <p:ph type="title"/>
          </p:nvPr>
        </p:nvSpPr>
        <p:spPr>
          <a:xfrm>
            <a:off x="5134957" y="1611662"/>
            <a:ext cx="4649123" cy="64690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262626"/>
              </a:buClr>
              <a:buSzPts val="3600"/>
              <a:buFont typeface="Times New Roman"/>
              <a:buNone/>
            </a:pPr>
            <a:r>
              <a:rPr b="1" lang="en-US">
                <a:latin typeface="Times New Roman"/>
                <a:ea typeface="Times New Roman"/>
                <a:cs typeface="Times New Roman"/>
                <a:sym typeface="Times New Roman"/>
              </a:rPr>
              <a:t>Output</a:t>
            </a:r>
            <a:endParaRPr/>
          </a:p>
        </p:txBody>
      </p:sp>
      <p:sp>
        <p:nvSpPr>
          <p:cNvPr id="221" name="Google Shape;221;p6"/>
          <p:cNvSpPr txBox="1"/>
          <p:nvPr>
            <p:ph idx="1" type="body"/>
          </p:nvPr>
        </p:nvSpPr>
        <p:spPr>
          <a:xfrm>
            <a:off x="1947672" y="2724912"/>
            <a:ext cx="10094976" cy="768096"/>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US" u="sng">
                <a:solidFill>
                  <a:schemeClr val="hlink"/>
                </a:solidFill>
                <a:hlinkClick r:id="rId3"/>
              </a:rPr>
              <a:t>https://drive.google.com/file/d/1KudGvHSw5_mYrEwpVasuxpbWS2s-aI7n/view?usp=sharing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id="226" name="Google Shape;226;p7"/>
          <p:cNvPicPr preferRelativeResize="0"/>
          <p:nvPr/>
        </p:nvPicPr>
        <p:blipFill rotWithShape="1">
          <a:blip r:embed="rId3">
            <a:alphaModFix/>
          </a:blip>
          <a:srcRect b="0" l="0" r="0" t="0"/>
          <a:stretch/>
        </p:blipFill>
        <p:spPr>
          <a:xfrm>
            <a:off x="873217" y="841248"/>
            <a:ext cx="2673166" cy="5998464"/>
          </a:xfrm>
          <a:prstGeom prst="rect">
            <a:avLst/>
          </a:prstGeom>
          <a:noFill/>
          <a:ln>
            <a:noFill/>
          </a:ln>
        </p:spPr>
      </p:pic>
      <p:pic>
        <p:nvPicPr>
          <p:cNvPr id="227" name="Google Shape;227;p7"/>
          <p:cNvPicPr preferRelativeResize="0"/>
          <p:nvPr/>
        </p:nvPicPr>
        <p:blipFill rotWithShape="1">
          <a:blip r:embed="rId4">
            <a:alphaModFix/>
          </a:blip>
          <a:srcRect b="0" l="0" r="0" t="0"/>
          <a:stretch/>
        </p:blipFill>
        <p:spPr>
          <a:xfrm>
            <a:off x="3625219" y="832104"/>
            <a:ext cx="4299888" cy="5998464"/>
          </a:xfrm>
          <a:prstGeom prst="rect">
            <a:avLst/>
          </a:prstGeom>
          <a:noFill/>
          <a:ln>
            <a:noFill/>
          </a:ln>
        </p:spPr>
      </p:pic>
      <p:pic>
        <p:nvPicPr>
          <p:cNvPr id="228" name="Google Shape;228;p7"/>
          <p:cNvPicPr preferRelativeResize="0"/>
          <p:nvPr/>
        </p:nvPicPr>
        <p:blipFill rotWithShape="1">
          <a:blip r:embed="rId5">
            <a:alphaModFix/>
          </a:blip>
          <a:srcRect b="0" l="0" r="0" t="0"/>
          <a:stretch/>
        </p:blipFill>
        <p:spPr>
          <a:xfrm>
            <a:off x="8042183" y="1429554"/>
            <a:ext cx="4004786" cy="476093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2024-06-23T12:37:00Z</dcterms:created>
  <dc:creator>Abinesh A</dc:creator>
</cp:coreProperties>
</file>